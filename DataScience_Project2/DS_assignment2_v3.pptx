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8"/>
  </p:notesMasterIdLst>
  <p:sldIdLst>
    <p:sldId id="256" r:id="rId2"/>
    <p:sldId id="260" r:id="rId3"/>
    <p:sldId id="315" r:id="rId4"/>
    <p:sldId id="316" r:id="rId5"/>
    <p:sldId id="313" r:id="rId6"/>
    <p:sldId id="291" r:id="rId7"/>
  </p:sldIdLst>
  <p:sldSz cx="9144000" cy="5143500" type="screen16x9"/>
  <p:notesSz cx="6858000" cy="9144000"/>
  <p:embeddedFontLst>
    <p:embeddedFont>
      <p:font typeface="Barlow" pitchFamily="2" charset="0"/>
      <p:regular r:id="rId9"/>
      <p:bold r:id="rId10"/>
      <p:italic r:id="rId11"/>
      <p:boldItalic r:id="rId12"/>
    </p:embeddedFont>
    <p:embeddedFont>
      <p:font typeface="Barlow Medium" panose="020F0502020204030204" pitchFamily="34" charset="0"/>
      <p:regular r:id="rId13"/>
      <p:bold r:id="rId14"/>
      <p:italic r:id="rId15"/>
      <p:boldItalic r:id="rId16"/>
    </p:embeddedFont>
    <p:embeddedFont>
      <p:font typeface="Oswald Medium" panose="020F0502020204030204" pitchFamily="3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75">
          <p15:clr>
            <a:srgbClr val="9AA0A6"/>
          </p15:clr>
        </p15:guide>
        <p15:guide id="2" orient="horz" pos="912">
          <p15:clr>
            <a:srgbClr val="9AA0A6"/>
          </p15:clr>
        </p15:guide>
        <p15:guide id="3" orient="horz" pos="801">
          <p15:clr>
            <a:srgbClr val="9AA0A6"/>
          </p15:clr>
        </p15:guide>
        <p15:guide id="4" orient="horz" pos="1224">
          <p15:clr>
            <a:srgbClr val="9AA0A6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96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41DCD3-305B-482B-AB04-60FD8559D775}">
  <a:tblStyle styleId="{9241DCD3-305B-482B-AB04-60FD8559D7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535DEF-B541-4EBA-9703-B8D8B98731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38"/>
    <p:restoredTop sz="89385"/>
  </p:normalViewPr>
  <p:slideViewPr>
    <p:cSldViewPr snapToGrid="0">
      <p:cViewPr varScale="1">
        <p:scale>
          <a:sx n="129" d="100"/>
          <a:sy n="129" d="100"/>
        </p:scale>
        <p:origin x="200" y="248"/>
      </p:cViewPr>
      <p:guideLst>
        <p:guide orient="horz" pos="575"/>
        <p:guide orient="horz" pos="912"/>
        <p:guide orient="horz" pos="801"/>
        <p:guide orient="horz" pos="1224"/>
        <p:guide pos="2880"/>
      </p:guideLst>
    </p:cSldViewPr>
  </p:slideViewPr>
  <p:outlineViewPr>
    <p:cViewPr>
      <p:scale>
        <a:sx n="33" d="100"/>
        <a:sy n="33" d="100"/>
      </p:scale>
      <p:origin x="0" y="-1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5" name="Google Shape;9695;g1d0f882bd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6" name="Google Shape;9696;g1d0f882bd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" altLang="zh-CN" dirty="0"/>
              <a:t>today I will be presenting the results of my data collection project for Assignment 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" altLang="zh-CN" dirty="0"/>
              <a:t>And our topic </a:t>
            </a:r>
            <a:r>
              <a:rPr lang="en" altLang="zh-CN"/>
              <a:t>is </a:t>
            </a:r>
            <a:r>
              <a:rPr lang="en" altLang="zh-CN" sz="1100"/>
              <a:t>Urban Climate, Economic &amp; Energy Analysis</a:t>
            </a:r>
            <a:endParaRPr lang="e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3" name="Google Shape;9733;g1d73cc3f491_0_3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4" name="Google Shape;9734;g1d73cc3f491_0_3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altLang="zh-CN" dirty="0"/>
              <a:t>The core goal of this project was to construct a comprehensive dataset to analyze the key drivers of urban energy consumption in three major U.S. cities: New York City, Los Angeles, and Seattle.</a:t>
            </a:r>
          </a:p>
          <a:p>
            <a:r>
              <a:rPr lang="en" altLang="zh-CN" dirty="0"/>
              <a:t>To achieve this, I collected data across three distinct pillars: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/>
              <a:t>First, </a:t>
            </a:r>
            <a:r>
              <a:rPr lang="en" altLang="zh-CN" b="1" dirty="0"/>
              <a:t>Climate and Geography</a:t>
            </a:r>
            <a:r>
              <a:rPr lang="en" altLang="zh-CN" dirty="0"/>
              <a:t>, which includes historical weather and local energy resource endowments.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/>
              <a:t>Second, </a:t>
            </a:r>
            <a:r>
              <a:rPr lang="en" altLang="zh-CN" b="1" dirty="0"/>
              <a:t>Population and Social Structure</a:t>
            </a:r>
            <a:r>
              <a:rPr lang="en" altLang="zh-CN" dirty="0"/>
              <a:t>, covering population size and educational attainment.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zh-CN" dirty="0"/>
              <a:t>And third, </a:t>
            </a:r>
            <a:r>
              <a:rPr lang="en" altLang="zh-CN" b="1" dirty="0"/>
              <a:t>Economic and Income Levels</a:t>
            </a:r>
            <a:r>
              <a:rPr lang="en" altLang="zh-CN" dirty="0"/>
              <a:t>, which includes personal income and local energy prices.</a:t>
            </a:r>
          </a:p>
          <a:p>
            <a:r>
              <a:rPr lang="en" altLang="zh-CN" dirty="0"/>
              <a:t>My collection method was a hybrid approach. For data like weather and population, I used programmatic API calls to ensure efficiency and reproducibility. For other data, like regional income and electricity prices, I used a process of manual download from government portals, followed by scripted processing to clean and standardize the files."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3" name="Google Shape;9733;g1d73cc3f491_0_3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4" name="Google Shape;9734;g1d73cc3f491_0_3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8777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3" name="Google Shape;9733;g1d73cc3f491_0_3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4" name="Google Shape;9734;g1d73cc3f491_0_3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1928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4" name="Google Shape;11444;g1d73cc3f491_0_2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5" name="Google Shape;11445;g1d73cc3f491_0_2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3379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2" name="Google Shape;13692;g1d73cc3f491_0_11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3" name="Google Shape;13693;g1d73cc3f491_0_11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46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con título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" y="-771"/>
            <a:ext cx="9144010" cy="5145042"/>
            <a:chOff x="1582450" y="1413850"/>
            <a:chExt cx="3301325" cy="1857550"/>
          </a:xfrm>
        </p:grpSpPr>
        <p:sp>
          <p:nvSpPr>
            <p:cNvPr id="10" name="Google Shape;10;p2"/>
            <p:cNvSpPr/>
            <p:nvPr/>
          </p:nvSpPr>
          <p:spPr>
            <a:xfrm>
              <a:off x="1582450" y="1413850"/>
              <a:ext cx="35425" cy="42675"/>
            </a:xfrm>
            <a:custGeom>
              <a:avLst/>
              <a:gdLst/>
              <a:ahLst/>
              <a:cxnLst/>
              <a:rect l="l" t="t" r="r" b="b"/>
              <a:pathLst>
                <a:path w="1417" h="1707" extrusionOk="0">
                  <a:moveTo>
                    <a:pt x="726" y="1"/>
                  </a:moveTo>
                  <a:lnTo>
                    <a:pt x="1" y="882"/>
                  </a:lnTo>
                  <a:lnTo>
                    <a:pt x="1" y="1706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582450" y="1413850"/>
              <a:ext cx="83900" cy="101750"/>
            </a:xfrm>
            <a:custGeom>
              <a:avLst/>
              <a:gdLst/>
              <a:ahLst/>
              <a:cxnLst/>
              <a:rect l="l" t="t" r="r" b="b"/>
              <a:pathLst>
                <a:path w="3356" h="4070" extrusionOk="0">
                  <a:moveTo>
                    <a:pt x="2676" y="1"/>
                  </a:moveTo>
                  <a:lnTo>
                    <a:pt x="1" y="3233"/>
                  </a:lnTo>
                  <a:lnTo>
                    <a:pt x="1" y="4069"/>
                  </a:lnTo>
                  <a:lnTo>
                    <a:pt x="335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582450" y="1413850"/>
              <a:ext cx="132650" cy="160525"/>
            </a:xfrm>
            <a:custGeom>
              <a:avLst/>
              <a:gdLst/>
              <a:ahLst/>
              <a:cxnLst/>
              <a:rect l="l" t="t" r="r" b="b"/>
              <a:pathLst>
                <a:path w="5306" h="6421" extrusionOk="0">
                  <a:moveTo>
                    <a:pt x="4615" y="1"/>
                  </a:moveTo>
                  <a:lnTo>
                    <a:pt x="1" y="5585"/>
                  </a:lnTo>
                  <a:lnTo>
                    <a:pt x="1" y="6420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582450" y="1413850"/>
              <a:ext cx="181125" cy="219325"/>
            </a:xfrm>
            <a:custGeom>
              <a:avLst/>
              <a:gdLst/>
              <a:ahLst/>
              <a:cxnLst/>
              <a:rect l="l" t="t" r="r" b="b"/>
              <a:pathLst>
                <a:path w="7245" h="8773" extrusionOk="0">
                  <a:moveTo>
                    <a:pt x="6554" y="1"/>
                  </a:moveTo>
                  <a:lnTo>
                    <a:pt x="1" y="7947"/>
                  </a:lnTo>
                  <a:lnTo>
                    <a:pt x="1" y="8772"/>
                  </a:lnTo>
                  <a:lnTo>
                    <a:pt x="724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582450" y="1413850"/>
              <a:ext cx="229600" cy="278100"/>
            </a:xfrm>
            <a:custGeom>
              <a:avLst/>
              <a:gdLst/>
              <a:ahLst/>
              <a:cxnLst/>
              <a:rect l="l" t="t" r="r" b="b"/>
              <a:pathLst>
                <a:path w="9184" h="11124" extrusionOk="0">
                  <a:moveTo>
                    <a:pt x="8505" y="1"/>
                  </a:moveTo>
                  <a:lnTo>
                    <a:pt x="1" y="10298"/>
                  </a:lnTo>
                  <a:lnTo>
                    <a:pt x="1" y="11123"/>
                  </a:lnTo>
                  <a:lnTo>
                    <a:pt x="918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82450" y="1413850"/>
              <a:ext cx="278375" cy="336900"/>
            </a:xfrm>
            <a:custGeom>
              <a:avLst/>
              <a:gdLst/>
              <a:ahLst/>
              <a:cxnLst/>
              <a:rect l="l" t="t" r="r" b="b"/>
              <a:pathLst>
                <a:path w="11135" h="13476" extrusionOk="0">
                  <a:moveTo>
                    <a:pt x="10444" y="1"/>
                  </a:moveTo>
                  <a:lnTo>
                    <a:pt x="1" y="12650"/>
                  </a:lnTo>
                  <a:lnTo>
                    <a:pt x="1" y="13475"/>
                  </a:lnTo>
                  <a:lnTo>
                    <a:pt x="111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582450" y="1413850"/>
              <a:ext cx="326850" cy="395675"/>
            </a:xfrm>
            <a:custGeom>
              <a:avLst/>
              <a:gdLst/>
              <a:ahLst/>
              <a:cxnLst/>
              <a:rect l="l" t="t" r="r" b="b"/>
              <a:pathLst>
                <a:path w="13074" h="15827" extrusionOk="0">
                  <a:moveTo>
                    <a:pt x="12394" y="1"/>
                  </a:moveTo>
                  <a:lnTo>
                    <a:pt x="1" y="15001"/>
                  </a:lnTo>
                  <a:lnTo>
                    <a:pt x="1" y="15826"/>
                  </a:lnTo>
                  <a:lnTo>
                    <a:pt x="1307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82450" y="1413850"/>
              <a:ext cx="375600" cy="454725"/>
            </a:xfrm>
            <a:custGeom>
              <a:avLst/>
              <a:gdLst/>
              <a:ahLst/>
              <a:cxnLst/>
              <a:rect l="l" t="t" r="r" b="b"/>
              <a:pathLst>
                <a:path w="15024" h="18189" extrusionOk="0">
                  <a:moveTo>
                    <a:pt x="14333" y="1"/>
                  </a:moveTo>
                  <a:lnTo>
                    <a:pt x="1" y="17353"/>
                  </a:lnTo>
                  <a:lnTo>
                    <a:pt x="1" y="18189"/>
                  </a:lnTo>
                  <a:lnTo>
                    <a:pt x="1502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582450" y="1413850"/>
              <a:ext cx="424075" cy="513525"/>
            </a:xfrm>
            <a:custGeom>
              <a:avLst/>
              <a:gdLst/>
              <a:ahLst/>
              <a:cxnLst/>
              <a:rect l="l" t="t" r="r" b="b"/>
              <a:pathLst>
                <a:path w="16963" h="20541" extrusionOk="0">
                  <a:moveTo>
                    <a:pt x="16283" y="1"/>
                  </a:moveTo>
                  <a:lnTo>
                    <a:pt x="1" y="19704"/>
                  </a:lnTo>
                  <a:lnTo>
                    <a:pt x="1" y="20541"/>
                  </a:lnTo>
                  <a:lnTo>
                    <a:pt x="1696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82450" y="1413850"/>
              <a:ext cx="472550" cy="572300"/>
            </a:xfrm>
            <a:custGeom>
              <a:avLst/>
              <a:gdLst/>
              <a:ahLst/>
              <a:cxnLst/>
              <a:rect l="l" t="t" r="r" b="b"/>
              <a:pathLst>
                <a:path w="18902" h="22892" extrusionOk="0">
                  <a:moveTo>
                    <a:pt x="18223" y="1"/>
                  </a:moveTo>
                  <a:lnTo>
                    <a:pt x="1" y="22067"/>
                  </a:lnTo>
                  <a:lnTo>
                    <a:pt x="1" y="22892"/>
                  </a:lnTo>
                  <a:lnTo>
                    <a:pt x="1890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582450" y="1413850"/>
              <a:ext cx="521325" cy="631100"/>
            </a:xfrm>
            <a:custGeom>
              <a:avLst/>
              <a:gdLst/>
              <a:ahLst/>
              <a:cxnLst/>
              <a:rect l="l" t="t" r="r" b="b"/>
              <a:pathLst>
                <a:path w="20853" h="25244" extrusionOk="0">
                  <a:moveTo>
                    <a:pt x="20162" y="1"/>
                  </a:moveTo>
                  <a:lnTo>
                    <a:pt x="1" y="24419"/>
                  </a:lnTo>
                  <a:lnTo>
                    <a:pt x="1" y="25244"/>
                  </a:lnTo>
                  <a:lnTo>
                    <a:pt x="208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582450" y="1413850"/>
              <a:ext cx="569800" cy="689875"/>
            </a:xfrm>
            <a:custGeom>
              <a:avLst/>
              <a:gdLst/>
              <a:ahLst/>
              <a:cxnLst/>
              <a:rect l="l" t="t" r="r" b="b"/>
              <a:pathLst>
                <a:path w="22792" h="27595" extrusionOk="0">
                  <a:moveTo>
                    <a:pt x="22112" y="1"/>
                  </a:moveTo>
                  <a:lnTo>
                    <a:pt x="1" y="26770"/>
                  </a:lnTo>
                  <a:lnTo>
                    <a:pt x="1" y="27595"/>
                  </a:lnTo>
                  <a:lnTo>
                    <a:pt x="2279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582450" y="1413850"/>
              <a:ext cx="618550" cy="748675"/>
            </a:xfrm>
            <a:custGeom>
              <a:avLst/>
              <a:gdLst/>
              <a:ahLst/>
              <a:cxnLst/>
              <a:rect l="l" t="t" r="r" b="b"/>
              <a:pathLst>
                <a:path w="24742" h="29947" extrusionOk="0">
                  <a:moveTo>
                    <a:pt x="24051" y="1"/>
                  </a:moveTo>
                  <a:lnTo>
                    <a:pt x="1" y="29122"/>
                  </a:lnTo>
                  <a:lnTo>
                    <a:pt x="1" y="29947"/>
                  </a:lnTo>
                  <a:lnTo>
                    <a:pt x="247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582450" y="1413850"/>
              <a:ext cx="667025" cy="807750"/>
            </a:xfrm>
            <a:custGeom>
              <a:avLst/>
              <a:gdLst/>
              <a:ahLst/>
              <a:cxnLst/>
              <a:rect l="l" t="t" r="r" b="b"/>
              <a:pathLst>
                <a:path w="26681" h="32310" extrusionOk="0">
                  <a:moveTo>
                    <a:pt x="26001" y="1"/>
                  </a:moveTo>
                  <a:lnTo>
                    <a:pt x="1" y="31473"/>
                  </a:lnTo>
                  <a:lnTo>
                    <a:pt x="1" y="32309"/>
                  </a:lnTo>
                  <a:lnTo>
                    <a:pt x="2668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582450" y="1413850"/>
              <a:ext cx="715500" cy="866525"/>
            </a:xfrm>
            <a:custGeom>
              <a:avLst/>
              <a:gdLst/>
              <a:ahLst/>
              <a:cxnLst/>
              <a:rect l="l" t="t" r="r" b="b"/>
              <a:pathLst>
                <a:path w="28620" h="34661" extrusionOk="0">
                  <a:moveTo>
                    <a:pt x="27941" y="1"/>
                  </a:moveTo>
                  <a:lnTo>
                    <a:pt x="1" y="33825"/>
                  </a:lnTo>
                  <a:lnTo>
                    <a:pt x="1" y="34660"/>
                  </a:lnTo>
                  <a:lnTo>
                    <a:pt x="2862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582450" y="1413850"/>
              <a:ext cx="764275" cy="925325"/>
            </a:xfrm>
            <a:custGeom>
              <a:avLst/>
              <a:gdLst/>
              <a:ahLst/>
              <a:cxnLst/>
              <a:rect l="l" t="t" r="r" b="b"/>
              <a:pathLst>
                <a:path w="30571" h="37013" extrusionOk="0">
                  <a:moveTo>
                    <a:pt x="29880" y="1"/>
                  </a:moveTo>
                  <a:lnTo>
                    <a:pt x="1" y="36188"/>
                  </a:lnTo>
                  <a:lnTo>
                    <a:pt x="1" y="37012"/>
                  </a:lnTo>
                  <a:lnTo>
                    <a:pt x="3057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582450" y="1413850"/>
              <a:ext cx="812750" cy="984100"/>
            </a:xfrm>
            <a:custGeom>
              <a:avLst/>
              <a:gdLst/>
              <a:ahLst/>
              <a:cxnLst/>
              <a:rect l="l" t="t" r="r" b="b"/>
              <a:pathLst>
                <a:path w="32510" h="39364" extrusionOk="0">
                  <a:moveTo>
                    <a:pt x="31830" y="1"/>
                  </a:moveTo>
                  <a:lnTo>
                    <a:pt x="1" y="38539"/>
                  </a:lnTo>
                  <a:lnTo>
                    <a:pt x="1" y="39363"/>
                  </a:lnTo>
                  <a:lnTo>
                    <a:pt x="3251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582450" y="1413850"/>
              <a:ext cx="861500" cy="1042900"/>
            </a:xfrm>
            <a:custGeom>
              <a:avLst/>
              <a:gdLst/>
              <a:ahLst/>
              <a:cxnLst/>
              <a:rect l="l" t="t" r="r" b="b"/>
              <a:pathLst>
                <a:path w="34460" h="41716" extrusionOk="0">
                  <a:moveTo>
                    <a:pt x="33769" y="1"/>
                  </a:moveTo>
                  <a:lnTo>
                    <a:pt x="1" y="40891"/>
                  </a:lnTo>
                  <a:lnTo>
                    <a:pt x="1" y="41715"/>
                  </a:lnTo>
                  <a:lnTo>
                    <a:pt x="3446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582450" y="1413850"/>
              <a:ext cx="909975" cy="1101675"/>
            </a:xfrm>
            <a:custGeom>
              <a:avLst/>
              <a:gdLst/>
              <a:ahLst/>
              <a:cxnLst/>
              <a:rect l="l" t="t" r="r" b="b"/>
              <a:pathLst>
                <a:path w="36399" h="44067" extrusionOk="0">
                  <a:moveTo>
                    <a:pt x="35719" y="1"/>
                  </a:moveTo>
                  <a:lnTo>
                    <a:pt x="1" y="43242"/>
                  </a:lnTo>
                  <a:lnTo>
                    <a:pt x="1" y="44066"/>
                  </a:lnTo>
                  <a:lnTo>
                    <a:pt x="3639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582450" y="1413850"/>
              <a:ext cx="958750" cy="1160725"/>
            </a:xfrm>
            <a:custGeom>
              <a:avLst/>
              <a:gdLst/>
              <a:ahLst/>
              <a:cxnLst/>
              <a:rect l="l" t="t" r="r" b="b"/>
              <a:pathLst>
                <a:path w="38350" h="46429" extrusionOk="0">
                  <a:moveTo>
                    <a:pt x="37659" y="1"/>
                  </a:moveTo>
                  <a:lnTo>
                    <a:pt x="1" y="45594"/>
                  </a:lnTo>
                  <a:lnTo>
                    <a:pt x="1" y="46429"/>
                  </a:lnTo>
                  <a:lnTo>
                    <a:pt x="3834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582450" y="1413850"/>
              <a:ext cx="1007225" cy="1219525"/>
            </a:xfrm>
            <a:custGeom>
              <a:avLst/>
              <a:gdLst/>
              <a:ahLst/>
              <a:cxnLst/>
              <a:rect l="l" t="t" r="r" b="b"/>
              <a:pathLst>
                <a:path w="40289" h="48781" extrusionOk="0">
                  <a:moveTo>
                    <a:pt x="39598" y="1"/>
                  </a:moveTo>
                  <a:lnTo>
                    <a:pt x="1" y="47945"/>
                  </a:lnTo>
                  <a:lnTo>
                    <a:pt x="1" y="48781"/>
                  </a:lnTo>
                  <a:lnTo>
                    <a:pt x="4028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582450" y="1413850"/>
              <a:ext cx="1055700" cy="1278300"/>
            </a:xfrm>
            <a:custGeom>
              <a:avLst/>
              <a:gdLst/>
              <a:ahLst/>
              <a:cxnLst/>
              <a:rect l="l" t="t" r="r" b="b"/>
              <a:pathLst>
                <a:path w="42228" h="51132" extrusionOk="0">
                  <a:moveTo>
                    <a:pt x="41548" y="1"/>
                  </a:moveTo>
                  <a:lnTo>
                    <a:pt x="1" y="50297"/>
                  </a:lnTo>
                  <a:lnTo>
                    <a:pt x="1" y="51132"/>
                  </a:lnTo>
                  <a:lnTo>
                    <a:pt x="4222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582450" y="1413850"/>
              <a:ext cx="1104450" cy="1337100"/>
            </a:xfrm>
            <a:custGeom>
              <a:avLst/>
              <a:gdLst/>
              <a:ahLst/>
              <a:cxnLst/>
              <a:rect l="l" t="t" r="r" b="b"/>
              <a:pathLst>
                <a:path w="44178" h="53484" extrusionOk="0">
                  <a:moveTo>
                    <a:pt x="43487" y="1"/>
                  </a:moveTo>
                  <a:lnTo>
                    <a:pt x="1" y="52659"/>
                  </a:lnTo>
                  <a:lnTo>
                    <a:pt x="1" y="53484"/>
                  </a:lnTo>
                  <a:lnTo>
                    <a:pt x="4417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582450" y="1413850"/>
              <a:ext cx="1152925" cy="1395875"/>
            </a:xfrm>
            <a:custGeom>
              <a:avLst/>
              <a:gdLst/>
              <a:ahLst/>
              <a:cxnLst/>
              <a:rect l="l" t="t" r="r" b="b"/>
              <a:pathLst>
                <a:path w="46117" h="55835" extrusionOk="0">
                  <a:moveTo>
                    <a:pt x="45437" y="1"/>
                  </a:moveTo>
                  <a:lnTo>
                    <a:pt x="1" y="55010"/>
                  </a:lnTo>
                  <a:lnTo>
                    <a:pt x="1" y="55835"/>
                  </a:lnTo>
                  <a:lnTo>
                    <a:pt x="461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582450" y="1413850"/>
              <a:ext cx="1201700" cy="1454675"/>
            </a:xfrm>
            <a:custGeom>
              <a:avLst/>
              <a:gdLst/>
              <a:ahLst/>
              <a:cxnLst/>
              <a:rect l="l" t="t" r="r" b="b"/>
              <a:pathLst>
                <a:path w="48068" h="58187" extrusionOk="0">
                  <a:moveTo>
                    <a:pt x="47377" y="1"/>
                  </a:moveTo>
                  <a:lnTo>
                    <a:pt x="1" y="57362"/>
                  </a:lnTo>
                  <a:lnTo>
                    <a:pt x="1" y="58187"/>
                  </a:lnTo>
                  <a:lnTo>
                    <a:pt x="4806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582450" y="1413850"/>
              <a:ext cx="1250175" cy="1513750"/>
            </a:xfrm>
            <a:custGeom>
              <a:avLst/>
              <a:gdLst/>
              <a:ahLst/>
              <a:cxnLst/>
              <a:rect l="l" t="t" r="r" b="b"/>
              <a:pathLst>
                <a:path w="50007" h="60550" extrusionOk="0">
                  <a:moveTo>
                    <a:pt x="49326" y="1"/>
                  </a:moveTo>
                  <a:lnTo>
                    <a:pt x="1" y="59713"/>
                  </a:lnTo>
                  <a:lnTo>
                    <a:pt x="1" y="60550"/>
                  </a:lnTo>
                  <a:lnTo>
                    <a:pt x="5000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582450" y="1413850"/>
              <a:ext cx="1298650" cy="1572525"/>
            </a:xfrm>
            <a:custGeom>
              <a:avLst/>
              <a:gdLst/>
              <a:ahLst/>
              <a:cxnLst/>
              <a:rect l="l" t="t" r="r" b="b"/>
              <a:pathLst>
                <a:path w="51946" h="62901" extrusionOk="0">
                  <a:moveTo>
                    <a:pt x="51266" y="1"/>
                  </a:moveTo>
                  <a:lnTo>
                    <a:pt x="1" y="62065"/>
                  </a:lnTo>
                  <a:lnTo>
                    <a:pt x="1" y="62901"/>
                  </a:lnTo>
                  <a:lnTo>
                    <a:pt x="5194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582450" y="1413850"/>
              <a:ext cx="1347400" cy="1631325"/>
            </a:xfrm>
            <a:custGeom>
              <a:avLst/>
              <a:gdLst/>
              <a:ahLst/>
              <a:cxnLst/>
              <a:rect l="l" t="t" r="r" b="b"/>
              <a:pathLst>
                <a:path w="53896" h="65253" extrusionOk="0">
                  <a:moveTo>
                    <a:pt x="53205" y="1"/>
                  </a:moveTo>
                  <a:lnTo>
                    <a:pt x="1" y="64416"/>
                  </a:lnTo>
                  <a:lnTo>
                    <a:pt x="1" y="65253"/>
                  </a:lnTo>
                  <a:lnTo>
                    <a:pt x="5389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82450" y="1413850"/>
              <a:ext cx="1395875" cy="1690100"/>
            </a:xfrm>
            <a:custGeom>
              <a:avLst/>
              <a:gdLst/>
              <a:ahLst/>
              <a:cxnLst/>
              <a:rect l="l" t="t" r="r" b="b"/>
              <a:pathLst>
                <a:path w="55835" h="67604" extrusionOk="0">
                  <a:moveTo>
                    <a:pt x="55155" y="1"/>
                  </a:moveTo>
                  <a:lnTo>
                    <a:pt x="1" y="66779"/>
                  </a:lnTo>
                  <a:lnTo>
                    <a:pt x="1" y="67604"/>
                  </a:lnTo>
                  <a:lnTo>
                    <a:pt x="558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582450" y="1413850"/>
              <a:ext cx="1444650" cy="1748900"/>
            </a:xfrm>
            <a:custGeom>
              <a:avLst/>
              <a:gdLst/>
              <a:ahLst/>
              <a:cxnLst/>
              <a:rect l="l" t="t" r="r" b="b"/>
              <a:pathLst>
                <a:path w="57786" h="69956" extrusionOk="0">
                  <a:moveTo>
                    <a:pt x="57095" y="1"/>
                  </a:moveTo>
                  <a:lnTo>
                    <a:pt x="1" y="69131"/>
                  </a:lnTo>
                  <a:lnTo>
                    <a:pt x="1" y="69955"/>
                  </a:lnTo>
                  <a:lnTo>
                    <a:pt x="577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582450" y="1413850"/>
              <a:ext cx="1493125" cy="1807675"/>
            </a:xfrm>
            <a:custGeom>
              <a:avLst/>
              <a:gdLst/>
              <a:ahLst/>
              <a:cxnLst/>
              <a:rect l="l" t="t" r="r" b="b"/>
              <a:pathLst>
                <a:path w="59725" h="72307" extrusionOk="0">
                  <a:moveTo>
                    <a:pt x="59044" y="1"/>
                  </a:moveTo>
                  <a:lnTo>
                    <a:pt x="1" y="71482"/>
                  </a:lnTo>
                  <a:lnTo>
                    <a:pt x="1" y="72307"/>
                  </a:lnTo>
                  <a:lnTo>
                    <a:pt x="597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582450" y="1413850"/>
              <a:ext cx="1541600" cy="1857550"/>
            </a:xfrm>
            <a:custGeom>
              <a:avLst/>
              <a:gdLst/>
              <a:ahLst/>
              <a:cxnLst/>
              <a:rect l="l" t="t" r="r" b="b"/>
              <a:pathLst>
                <a:path w="61664" h="74302" extrusionOk="0">
                  <a:moveTo>
                    <a:pt x="60984" y="1"/>
                  </a:moveTo>
                  <a:lnTo>
                    <a:pt x="1" y="73834"/>
                  </a:lnTo>
                  <a:lnTo>
                    <a:pt x="1" y="74302"/>
                  </a:lnTo>
                  <a:lnTo>
                    <a:pt x="302" y="74302"/>
                  </a:lnTo>
                  <a:lnTo>
                    <a:pt x="616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6214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6702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7187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76720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815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8644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9131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9616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01015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0588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1073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1561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2046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2533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3018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23503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3990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24475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4963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5447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5932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6420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905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7392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877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8362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8849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9334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9822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0306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07945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127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1764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7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2251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2736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32240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370875" y="1439500"/>
              <a:ext cx="1512900" cy="1831900"/>
            </a:xfrm>
            <a:custGeom>
              <a:avLst/>
              <a:gdLst/>
              <a:ahLst/>
              <a:cxnLst/>
              <a:rect l="l" t="t" r="r" b="b"/>
              <a:pathLst>
                <a:path w="60516" h="73276" extrusionOk="0">
                  <a:moveTo>
                    <a:pt x="60515" y="0"/>
                  </a:moveTo>
                  <a:lnTo>
                    <a:pt x="1" y="73276"/>
                  </a:lnTo>
                  <a:lnTo>
                    <a:pt x="692" y="73276"/>
                  </a:lnTo>
                  <a:lnTo>
                    <a:pt x="60515" y="825"/>
                  </a:lnTo>
                  <a:lnTo>
                    <a:pt x="60515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419350" y="1498300"/>
              <a:ext cx="1464425" cy="1773100"/>
            </a:xfrm>
            <a:custGeom>
              <a:avLst/>
              <a:gdLst/>
              <a:ahLst/>
              <a:cxnLst/>
              <a:rect l="l" t="t" r="r" b="b"/>
              <a:pathLst>
                <a:path w="58577" h="70924" extrusionOk="0">
                  <a:moveTo>
                    <a:pt x="58576" y="0"/>
                  </a:moveTo>
                  <a:lnTo>
                    <a:pt x="1" y="70924"/>
                  </a:lnTo>
                  <a:lnTo>
                    <a:pt x="692" y="70924"/>
                  </a:lnTo>
                  <a:lnTo>
                    <a:pt x="58576" y="825"/>
                  </a:lnTo>
                  <a:lnTo>
                    <a:pt x="5857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468100" y="1557075"/>
              <a:ext cx="1415675" cy="1714325"/>
            </a:xfrm>
            <a:custGeom>
              <a:avLst/>
              <a:gdLst/>
              <a:ahLst/>
              <a:cxnLst/>
              <a:rect l="l" t="t" r="r" b="b"/>
              <a:pathLst>
                <a:path w="56627" h="68573" extrusionOk="0">
                  <a:moveTo>
                    <a:pt x="56626" y="0"/>
                  </a:moveTo>
                  <a:lnTo>
                    <a:pt x="1" y="68573"/>
                  </a:lnTo>
                  <a:lnTo>
                    <a:pt x="681" y="68573"/>
                  </a:lnTo>
                  <a:lnTo>
                    <a:pt x="56626" y="836"/>
                  </a:lnTo>
                  <a:lnTo>
                    <a:pt x="5662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516575" y="1615875"/>
              <a:ext cx="1367200" cy="1655525"/>
            </a:xfrm>
            <a:custGeom>
              <a:avLst/>
              <a:gdLst/>
              <a:ahLst/>
              <a:cxnLst/>
              <a:rect l="l" t="t" r="r" b="b"/>
              <a:pathLst>
                <a:path w="54688" h="66221" extrusionOk="0">
                  <a:moveTo>
                    <a:pt x="54687" y="0"/>
                  </a:moveTo>
                  <a:lnTo>
                    <a:pt x="1" y="66221"/>
                  </a:lnTo>
                  <a:lnTo>
                    <a:pt x="692" y="66221"/>
                  </a:lnTo>
                  <a:lnTo>
                    <a:pt x="54687" y="836"/>
                  </a:lnTo>
                  <a:lnTo>
                    <a:pt x="5468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565350" y="1674650"/>
              <a:ext cx="1318425" cy="1596750"/>
            </a:xfrm>
            <a:custGeom>
              <a:avLst/>
              <a:gdLst/>
              <a:ahLst/>
              <a:cxnLst/>
              <a:rect l="l" t="t" r="r" b="b"/>
              <a:pathLst>
                <a:path w="52737" h="63870" extrusionOk="0">
                  <a:moveTo>
                    <a:pt x="52736" y="0"/>
                  </a:moveTo>
                  <a:lnTo>
                    <a:pt x="1" y="63870"/>
                  </a:lnTo>
                  <a:lnTo>
                    <a:pt x="680" y="63870"/>
                  </a:lnTo>
                  <a:lnTo>
                    <a:pt x="52736" y="836"/>
                  </a:lnTo>
                  <a:lnTo>
                    <a:pt x="5273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613825" y="1733700"/>
              <a:ext cx="1269950" cy="1537700"/>
            </a:xfrm>
            <a:custGeom>
              <a:avLst/>
              <a:gdLst/>
              <a:ahLst/>
              <a:cxnLst/>
              <a:rect l="l" t="t" r="r" b="b"/>
              <a:pathLst>
                <a:path w="50798" h="61508" extrusionOk="0">
                  <a:moveTo>
                    <a:pt x="50797" y="1"/>
                  </a:moveTo>
                  <a:lnTo>
                    <a:pt x="1" y="61508"/>
                  </a:lnTo>
                  <a:lnTo>
                    <a:pt x="692" y="61508"/>
                  </a:lnTo>
                  <a:lnTo>
                    <a:pt x="50797" y="825"/>
                  </a:lnTo>
                  <a:lnTo>
                    <a:pt x="5079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662300" y="1792500"/>
              <a:ext cx="1221475" cy="1478900"/>
            </a:xfrm>
            <a:custGeom>
              <a:avLst/>
              <a:gdLst/>
              <a:ahLst/>
              <a:cxnLst/>
              <a:rect l="l" t="t" r="r" b="b"/>
              <a:pathLst>
                <a:path w="48859" h="59156" extrusionOk="0">
                  <a:moveTo>
                    <a:pt x="48858" y="1"/>
                  </a:moveTo>
                  <a:lnTo>
                    <a:pt x="1" y="59156"/>
                  </a:lnTo>
                  <a:lnTo>
                    <a:pt x="692" y="59156"/>
                  </a:lnTo>
                  <a:lnTo>
                    <a:pt x="48858" y="825"/>
                  </a:lnTo>
                  <a:lnTo>
                    <a:pt x="4885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711050" y="1851275"/>
              <a:ext cx="1172725" cy="1420125"/>
            </a:xfrm>
            <a:custGeom>
              <a:avLst/>
              <a:gdLst/>
              <a:ahLst/>
              <a:cxnLst/>
              <a:rect l="l" t="t" r="r" b="b"/>
              <a:pathLst>
                <a:path w="46909" h="56805" extrusionOk="0">
                  <a:moveTo>
                    <a:pt x="46908" y="1"/>
                  </a:moveTo>
                  <a:lnTo>
                    <a:pt x="1" y="56805"/>
                  </a:lnTo>
                  <a:lnTo>
                    <a:pt x="681" y="56805"/>
                  </a:lnTo>
                  <a:lnTo>
                    <a:pt x="46908" y="825"/>
                  </a:lnTo>
                  <a:lnTo>
                    <a:pt x="4690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759525" y="1910075"/>
              <a:ext cx="1124250" cy="1361325"/>
            </a:xfrm>
            <a:custGeom>
              <a:avLst/>
              <a:gdLst/>
              <a:ahLst/>
              <a:cxnLst/>
              <a:rect l="l" t="t" r="r" b="b"/>
              <a:pathLst>
                <a:path w="44970" h="54453" extrusionOk="0">
                  <a:moveTo>
                    <a:pt x="44969" y="1"/>
                  </a:moveTo>
                  <a:lnTo>
                    <a:pt x="1" y="54453"/>
                  </a:lnTo>
                  <a:lnTo>
                    <a:pt x="692" y="54453"/>
                  </a:lnTo>
                  <a:lnTo>
                    <a:pt x="44969" y="836"/>
                  </a:lnTo>
                  <a:lnTo>
                    <a:pt x="4496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808300" y="1968850"/>
              <a:ext cx="1075475" cy="1302550"/>
            </a:xfrm>
            <a:custGeom>
              <a:avLst/>
              <a:gdLst/>
              <a:ahLst/>
              <a:cxnLst/>
              <a:rect l="l" t="t" r="r" b="b"/>
              <a:pathLst>
                <a:path w="43019" h="52102" extrusionOk="0">
                  <a:moveTo>
                    <a:pt x="43018" y="1"/>
                  </a:moveTo>
                  <a:lnTo>
                    <a:pt x="1" y="52102"/>
                  </a:lnTo>
                  <a:lnTo>
                    <a:pt x="680" y="52102"/>
                  </a:lnTo>
                  <a:lnTo>
                    <a:pt x="43018" y="837"/>
                  </a:lnTo>
                  <a:lnTo>
                    <a:pt x="4301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856775" y="2027650"/>
              <a:ext cx="1027000" cy="1243750"/>
            </a:xfrm>
            <a:custGeom>
              <a:avLst/>
              <a:gdLst/>
              <a:ahLst/>
              <a:cxnLst/>
              <a:rect l="l" t="t" r="r" b="b"/>
              <a:pathLst>
                <a:path w="41080" h="49750" extrusionOk="0">
                  <a:moveTo>
                    <a:pt x="41079" y="1"/>
                  </a:moveTo>
                  <a:lnTo>
                    <a:pt x="1" y="49750"/>
                  </a:lnTo>
                  <a:lnTo>
                    <a:pt x="692" y="49750"/>
                  </a:lnTo>
                  <a:lnTo>
                    <a:pt x="41079" y="836"/>
                  </a:lnTo>
                  <a:lnTo>
                    <a:pt x="4107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3905525" y="2086725"/>
              <a:ext cx="978250" cy="1184675"/>
            </a:xfrm>
            <a:custGeom>
              <a:avLst/>
              <a:gdLst/>
              <a:ahLst/>
              <a:cxnLst/>
              <a:rect l="l" t="t" r="r" b="b"/>
              <a:pathLst>
                <a:path w="39130" h="47387" extrusionOk="0">
                  <a:moveTo>
                    <a:pt x="39129" y="0"/>
                  </a:moveTo>
                  <a:lnTo>
                    <a:pt x="1" y="47387"/>
                  </a:lnTo>
                  <a:lnTo>
                    <a:pt x="681" y="47387"/>
                  </a:lnTo>
                  <a:lnTo>
                    <a:pt x="39129" y="825"/>
                  </a:lnTo>
                  <a:lnTo>
                    <a:pt x="39129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954000" y="2145500"/>
              <a:ext cx="929775" cy="1125900"/>
            </a:xfrm>
            <a:custGeom>
              <a:avLst/>
              <a:gdLst/>
              <a:ahLst/>
              <a:cxnLst/>
              <a:rect l="l" t="t" r="r" b="b"/>
              <a:pathLst>
                <a:path w="37191" h="45036" extrusionOk="0">
                  <a:moveTo>
                    <a:pt x="37190" y="0"/>
                  </a:moveTo>
                  <a:lnTo>
                    <a:pt x="1" y="45036"/>
                  </a:lnTo>
                  <a:lnTo>
                    <a:pt x="681" y="45036"/>
                  </a:lnTo>
                  <a:lnTo>
                    <a:pt x="37190" y="825"/>
                  </a:lnTo>
                  <a:lnTo>
                    <a:pt x="3719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02475" y="2204300"/>
              <a:ext cx="881300" cy="1067100"/>
            </a:xfrm>
            <a:custGeom>
              <a:avLst/>
              <a:gdLst/>
              <a:ahLst/>
              <a:cxnLst/>
              <a:rect l="l" t="t" r="r" b="b"/>
              <a:pathLst>
                <a:path w="35252" h="42684" extrusionOk="0">
                  <a:moveTo>
                    <a:pt x="35251" y="0"/>
                  </a:moveTo>
                  <a:lnTo>
                    <a:pt x="1" y="42684"/>
                  </a:lnTo>
                  <a:lnTo>
                    <a:pt x="692" y="42684"/>
                  </a:lnTo>
                  <a:lnTo>
                    <a:pt x="35251" y="825"/>
                  </a:lnTo>
                  <a:lnTo>
                    <a:pt x="3525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4051250" y="2263075"/>
              <a:ext cx="832525" cy="1008325"/>
            </a:xfrm>
            <a:custGeom>
              <a:avLst/>
              <a:gdLst/>
              <a:ahLst/>
              <a:cxnLst/>
              <a:rect l="l" t="t" r="r" b="b"/>
              <a:pathLst>
                <a:path w="33301" h="40333" extrusionOk="0">
                  <a:moveTo>
                    <a:pt x="33300" y="0"/>
                  </a:moveTo>
                  <a:lnTo>
                    <a:pt x="1" y="40333"/>
                  </a:lnTo>
                  <a:lnTo>
                    <a:pt x="680" y="40333"/>
                  </a:lnTo>
                  <a:lnTo>
                    <a:pt x="33300" y="837"/>
                  </a:lnTo>
                  <a:lnTo>
                    <a:pt x="3330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099725" y="2321875"/>
              <a:ext cx="784050" cy="949525"/>
            </a:xfrm>
            <a:custGeom>
              <a:avLst/>
              <a:gdLst/>
              <a:ahLst/>
              <a:cxnLst/>
              <a:rect l="l" t="t" r="r" b="b"/>
              <a:pathLst>
                <a:path w="31362" h="37981" extrusionOk="0">
                  <a:moveTo>
                    <a:pt x="31361" y="0"/>
                  </a:moveTo>
                  <a:lnTo>
                    <a:pt x="1" y="37981"/>
                  </a:lnTo>
                  <a:lnTo>
                    <a:pt x="692" y="37981"/>
                  </a:lnTo>
                  <a:lnTo>
                    <a:pt x="31361" y="836"/>
                  </a:lnTo>
                  <a:lnTo>
                    <a:pt x="3136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48475" y="2380650"/>
              <a:ext cx="735300" cy="890750"/>
            </a:xfrm>
            <a:custGeom>
              <a:avLst/>
              <a:gdLst/>
              <a:ahLst/>
              <a:cxnLst/>
              <a:rect l="l" t="t" r="r" b="b"/>
              <a:pathLst>
                <a:path w="29412" h="35630" extrusionOk="0">
                  <a:moveTo>
                    <a:pt x="29411" y="0"/>
                  </a:moveTo>
                  <a:lnTo>
                    <a:pt x="1" y="35630"/>
                  </a:lnTo>
                  <a:lnTo>
                    <a:pt x="681" y="35630"/>
                  </a:lnTo>
                  <a:lnTo>
                    <a:pt x="29411" y="837"/>
                  </a:lnTo>
                  <a:lnTo>
                    <a:pt x="2941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196950" y="2439725"/>
              <a:ext cx="686825" cy="831675"/>
            </a:xfrm>
            <a:custGeom>
              <a:avLst/>
              <a:gdLst/>
              <a:ahLst/>
              <a:cxnLst/>
              <a:rect l="l" t="t" r="r" b="b"/>
              <a:pathLst>
                <a:path w="27473" h="33267" extrusionOk="0">
                  <a:moveTo>
                    <a:pt x="27472" y="0"/>
                  </a:moveTo>
                  <a:lnTo>
                    <a:pt x="1" y="33267"/>
                  </a:lnTo>
                  <a:lnTo>
                    <a:pt x="681" y="33267"/>
                  </a:lnTo>
                  <a:lnTo>
                    <a:pt x="27472" y="825"/>
                  </a:lnTo>
                  <a:lnTo>
                    <a:pt x="2747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245425" y="2498500"/>
              <a:ext cx="638350" cy="772900"/>
            </a:xfrm>
            <a:custGeom>
              <a:avLst/>
              <a:gdLst/>
              <a:ahLst/>
              <a:cxnLst/>
              <a:rect l="l" t="t" r="r" b="b"/>
              <a:pathLst>
                <a:path w="25534" h="30916" extrusionOk="0">
                  <a:moveTo>
                    <a:pt x="25533" y="1"/>
                  </a:moveTo>
                  <a:lnTo>
                    <a:pt x="1" y="30916"/>
                  </a:lnTo>
                  <a:lnTo>
                    <a:pt x="692" y="30916"/>
                  </a:lnTo>
                  <a:lnTo>
                    <a:pt x="25533" y="826"/>
                  </a:lnTo>
                  <a:lnTo>
                    <a:pt x="2553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294200" y="2557300"/>
              <a:ext cx="589575" cy="714100"/>
            </a:xfrm>
            <a:custGeom>
              <a:avLst/>
              <a:gdLst/>
              <a:ahLst/>
              <a:cxnLst/>
              <a:rect l="l" t="t" r="r" b="b"/>
              <a:pathLst>
                <a:path w="23583" h="28564" extrusionOk="0">
                  <a:moveTo>
                    <a:pt x="23582" y="0"/>
                  </a:moveTo>
                  <a:lnTo>
                    <a:pt x="1" y="28564"/>
                  </a:lnTo>
                  <a:lnTo>
                    <a:pt x="680" y="28564"/>
                  </a:lnTo>
                  <a:lnTo>
                    <a:pt x="23582" y="825"/>
                  </a:lnTo>
                  <a:lnTo>
                    <a:pt x="2358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342675" y="2616075"/>
              <a:ext cx="541100" cy="655325"/>
            </a:xfrm>
            <a:custGeom>
              <a:avLst/>
              <a:gdLst/>
              <a:ahLst/>
              <a:cxnLst/>
              <a:rect l="l" t="t" r="r" b="b"/>
              <a:pathLst>
                <a:path w="21644" h="26213" extrusionOk="0">
                  <a:moveTo>
                    <a:pt x="21643" y="1"/>
                  </a:moveTo>
                  <a:lnTo>
                    <a:pt x="1" y="26213"/>
                  </a:lnTo>
                  <a:lnTo>
                    <a:pt x="692" y="26213"/>
                  </a:lnTo>
                  <a:lnTo>
                    <a:pt x="21643" y="826"/>
                  </a:lnTo>
                  <a:lnTo>
                    <a:pt x="216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4391425" y="2674850"/>
              <a:ext cx="492350" cy="596550"/>
            </a:xfrm>
            <a:custGeom>
              <a:avLst/>
              <a:gdLst/>
              <a:ahLst/>
              <a:cxnLst/>
              <a:rect l="l" t="t" r="r" b="b"/>
              <a:pathLst>
                <a:path w="19694" h="23862" extrusionOk="0">
                  <a:moveTo>
                    <a:pt x="19693" y="1"/>
                  </a:moveTo>
                  <a:lnTo>
                    <a:pt x="1" y="23862"/>
                  </a:lnTo>
                  <a:lnTo>
                    <a:pt x="681" y="23862"/>
                  </a:lnTo>
                  <a:lnTo>
                    <a:pt x="19693" y="837"/>
                  </a:lnTo>
                  <a:lnTo>
                    <a:pt x="1969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4439900" y="2733650"/>
              <a:ext cx="443875" cy="537750"/>
            </a:xfrm>
            <a:custGeom>
              <a:avLst/>
              <a:gdLst/>
              <a:ahLst/>
              <a:cxnLst/>
              <a:rect l="l" t="t" r="r" b="b"/>
              <a:pathLst>
                <a:path w="17755" h="21510" extrusionOk="0">
                  <a:moveTo>
                    <a:pt x="17754" y="1"/>
                  </a:moveTo>
                  <a:lnTo>
                    <a:pt x="1" y="21510"/>
                  </a:lnTo>
                  <a:lnTo>
                    <a:pt x="692" y="21510"/>
                  </a:lnTo>
                  <a:lnTo>
                    <a:pt x="17754" y="836"/>
                  </a:lnTo>
                  <a:lnTo>
                    <a:pt x="1775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488375" y="2792725"/>
              <a:ext cx="395400" cy="478675"/>
            </a:xfrm>
            <a:custGeom>
              <a:avLst/>
              <a:gdLst/>
              <a:ahLst/>
              <a:cxnLst/>
              <a:rect l="l" t="t" r="r" b="b"/>
              <a:pathLst>
                <a:path w="15816" h="19147" extrusionOk="0">
                  <a:moveTo>
                    <a:pt x="15815" y="1"/>
                  </a:moveTo>
                  <a:lnTo>
                    <a:pt x="1" y="19147"/>
                  </a:lnTo>
                  <a:lnTo>
                    <a:pt x="692" y="19147"/>
                  </a:lnTo>
                  <a:lnTo>
                    <a:pt x="15815" y="825"/>
                  </a:lnTo>
                  <a:lnTo>
                    <a:pt x="1581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537150" y="2851500"/>
              <a:ext cx="346625" cy="419900"/>
            </a:xfrm>
            <a:custGeom>
              <a:avLst/>
              <a:gdLst/>
              <a:ahLst/>
              <a:cxnLst/>
              <a:rect l="l" t="t" r="r" b="b"/>
              <a:pathLst>
                <a:path w="13865" h="16796" extrusionOk="0">
                  <a:moveTo>
                    <a:pt x="13864" y="1"/>
                  </a:moveTo>
                  <a:lnTo>
                    <a:pt x="1" y="16796"/>
                  </a:lnTo>
                  <a:lnTo>
                    <a:pt x="680" y="16796"/>
                  </a:lnTo>
                  <a:lnTo>
                    <a:pt x="13864" y="825"/>
                  </a:lnTo>
                  <a:lnTo>
                    <a:pt x="138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585625" y="2910300"/>
              <a:ext cx="298150" cy="361100"/>
            </a:xfrm>
            <a:custGeom>
              <a:avLst/>
              <a:gdLst/>
              <a:ahLst/>
              <a:cxnLst/>
              <a:rect l="l" t="t" r="r" b="b"/>
              <a:pathLst>
                <a:path w="11926" h="14444" extrusionOk="0">
                  <a:moveTo>
                    <a:pt x="11925" y="1"/>
                  </a:moveTo>
                  <a:lnTo>
                    <a:pt x="1" y="14444"/>
                  </a:lnTo>
                  <a:lnTo>
                    <a:pt x="692" y="14444"/>
                  </a:lnTo>
                  <a:lnTo>
                    <a:pt x="11925" y="825"/>
                  </a:lnTo>
                  <a:lnTo>
                    <a:pt x="119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634375" y="2969075"/>
              <a:ext cx="249400" cy="302325"/>
            </a:xfrm>
            <a:custGeom>
              <a:avLst/>
              <a:gdLst/>
              <a:ahLst/>
              <a:cxnLst/>
              <a:rect l="l" t="t" r="r" b="b"/>
              <a:pathLst>
                <a:path w="9976" h="12093" extrusionOk="0">
                  <a:moveTo>
                    <a:pt x="9975" y="1"/>
                  </a:moveTo>
                  <a:lnTo>
                    <a:pt x="1" y="12093"/>
                  </a:lnTo>
                  <a:lnTo>
                    <a:pt x="681" y="12093"/>
                  </a:lnTo>
                  <a:lnTo>
                    <a:pt x="9975" y="825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682850" y="3027875"/>
              <a:ext cx="200925" cy="243525"/>
            </a:xfrm>
            <a:custGeom>
              <a:avLst/>
              <a:gdLst/>
              <a:ahLst/>
              <a:cxnLst/>
              <a:rect l="l" t="t" r="r" b="b"/>
              <a:pathLst>
                <a:path w="8037" h="9741" extrusionOk="0">
                  <a:moveTo>
                    <a:pt x="8036" y="1"/>
                  </a:moveTo>
                  <a:lnTo>
                    <a:pt x="1" y="9741"/>
                  </a:lnTo>
                  <a:lnTo>
                    <a:pt x="692" y="9741"/>
                  </a:lnTo>
                  <a:lnTo>
                    <a:pt x="8036" y="836"/>
                  </a:lnTo>
                  <a:lnTo>
                    <a:pt x="803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4731625" y="3086650"/>
              <a:ext cx="152150" cy="184750"/>
            </a:xfrm>
            <a:custGeom>
              <a:avLst/>
              <a:gdLst/>
              <a:ahLst/>
              <a:cxnLst/>
              <a:rect l="l" t="t" r="r" b="b"/>
              <a:pathLst>
                <a:path w="6086" h="7390" extrusionOk="0">
                  <a:moveTo>
                    <a:pt x="6085" y="1"/>
                  </a:moveTo>
                  <a:lnTo>
                    <a:pt x="0" y="7390"/>
                  </a:lnTo>
                  <a:lnTo>
                    <a:pt x="680" y="7390"/>
                  </a:lnTo>
                  <a:lnTo>
                    <a:pt x="6085" y="837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780100" y="3145725"/>
              <a:ext cx="103675" cy="125675"/>
            </a:xfrm>
            <a:custGeom>
              <a:avLst/>
              <a:gdLst/>
              <a:ahLst/>
              <a:cxnLst/>
              <a:rect l="l" t="t" r="r" b="b"/>
              <a:pathLst>
                <a:path w="4147" h="5027" extrusionOk="0">
                  <a:moveTo>
                    <a:pt x="4146" y="0"/>
                  </a:moveTo>
                  <a:lnTo>
                    <a:pt x="1" y="5027"/>
                  </a:lnTo>
                  <a:lnTo>
                    <a:pt x="680" y="5027"/>
                  </a:lnTo>
                  <a:lnTo>
                    <a:pt x="4146" y="825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828575" y="3204525"/>
              <a:ext cx="55200" cy="66875"/>
            </a:xfrm>
            <a:custGeom>
              <a:avLst/>
              <a:gdLst/>
              <a:ahLst/>
              <a:cxnLst/>
              <a:rect l="l" t="t" r="r" b="b"/>
              <a:pathLst>
                <a:path w="2208" h="2675" extrusionOk="0">
                  <a:moveTo>
                    <a:pt x="2207" y="0"/>
                  </a:moveTo>
                  <a:lnTo>
                    <a:pt x="1" y="2675"/>
                  </a:lnTo>
                  <a:lnTo>
                    <a:pt x="692" y="2675"/>
                  </a:lnTo>
                  <a:lnTo>
                    <a:pt x="2207" y="825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4877325" y="3263300"/>
              <a:ext cx="6450" cy="8100"/>
            </a:xfrm>
            <a:custGeom>
              <a:avLst/>
              <a:gdLst/>
              <a:ahLst/>
              <a:cxnLst/>
              <a:rect l="l" t="t" r="r" b="b"/>
              <a:pathLst>
                <a:path w="258" h="324" extrusionOk="0">
                  <a:moveTo>
                    <a:pt x="257" y="0"/>
                  </a:moveTo>
                  <a:lnTo>
                    <a:pt x="1" y="324"/>
                  </a:lnTo>
                  <a:lnTo>
                    <a:pt x="257" y="324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-723640" y="-287059"/>
            <a:ext cx="10255176" cy="5946397"/>
            <a:chOff x="-723640" y="-287059"/>
            <a:chExt cx="10255176" cy="5946397"/>
          </a:xfrm>
        </p:grpSpPr>
        <p:grpSp>
          <p:nvGrpSpPr>
            <p:cNvPr id="111" name="Google Shape;111;p2"/>
            <p:cNvGrpSpPr/>
            <p:nvPr/>
          </p:nvGrpSpPr>
          <p:grpSpPr>
            <a:xfrm rot="-472132">
              <a:off x="8473785" y="3847887"/>
              <a:ext cx="973691" cy="1294953"/>
              <a:chOff x="3896350" y="307075"/>
              <a:chExt cx="710200" cy="944525"/>
            </a:xfrm>
          </p:grpSpPr>
          <p:sp>
            <p:nvSpPr>
              <p:cNvPr id="112" name="Google Shape;11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" name="Google Shape;145;p2"/>
            <p:cNvGrpSpPr/>
            <p:nvPr/>
          </p:nvGrpSpPr>
          <p:grpSpPr>
            <a:xfrm rot="-1828670">
              <a:off x="-235836" y="4206884"/>
              <a:ext cx="973715" cy="1294985"/>
              <a:chOff x="3896350" y="307075"/>
              <a:chExt cx="710200" cy="944525"/>
            </a:xfrm>
          </p:grpSpPr>
          <p:sp>
            <p:nvSpPr>
              <p:cNvPr id="146" name="Google Shape;14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2"/>
            <p:cNvGrpSpPr/>
            <p:nvPr/>
          </p:nvGrpSpPr>
          <p:grpSpPr>
            <a:xfrm rot="1315721">
              <a:off x="-517065" y="1444908"/>
              <a:ext cx="973679" cy="1294936"/>
              <a:chOff x="3896350" y="307075"/>
              <a:chExt cx="710200" cy="944525"/>
            </a:xfrm>
          </p:grpSpPr>
          <p:sp>
            <p:nvSpPr>
              <p:cNvPr id="180" name="Google Shape;18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" name="Google Shape;213;p2"/>
            <p:cNvGrpSpPr/>
            <p:nvPr/>
          </p:nvGrpSpPr>
          <p:grpSpPr>
            <a:xfrm rot="-758609">
              <a:off x="-440442" y="-152115"/>
              <a:ext cx="973717" cy="1294988"/>
              <a:chOff x="3896350" y="307075"/>
              <a:chExt cx="710200" cy="944525"/>
            </a:xfrm>
          </p:grpSpPr>
          <p:sp>
            <p:nvSpPr>
              <p:cNvPr id="214" name="Google Shape;21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2"/>
            <p:cNvGrpSpPr/>
            <p:nvPr/>
          </p:nvGrpSpPr>
          <p:grpSpPr>
            <a:xfrm rot="-387195">
              <a:off x="7262173" y="1210461"/>
              <a:ext cx="973746" cy="1295026"/>
              <a:chOff x="3896350" y="307075"/>
              <a:chExt cx="710200" cy="944525"/>
            </a:xfrm>
          </p:grpSpPr>
          <p:sp>
            <p:nvSpPr>
              <p:cNvPr id="248" name="Google Shape;24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2"/>
            <p:cNvGrpSpPr/>
            <p:nvPr/>
          </p:nvGrpSpPr>
          <p:grpSpPr>
            <a:xfrm rot="732989">
              <a:off x="228096" y="147484"/>
              <a:ext cx="973645" cy="1294892"/>
              <a:chOff x="3896350" y="307075"/>
              <a:chExt cx="710200" cy="944525"/>
            </a:xfrm>
          </p:grpSpPr>
          <p:sp>
            <p:nvSpPr>
              <p:cNvPr id="282" name="Google Shape;28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5" name="Google Shape;315;p2"/>
            <p:cNvGrpSpPr/>
            <p:nvPr/>
          </p:nvGrpSpPr>
          <p:grpSpPr>
            <a:xfrm rot="-758609">
              <a:off x="354208" y="976372"/>
              <a:ext cx="973717" cy="1294988"/>
              <a:chOff x="3896350" y="307075"/>
              <a:chExt cx="710200" cy="944525"/>
            </a:xfrm>
          </p:grpSpPr>
          <p:sp>
            <p:nvSpPr>
              <p:cNvPr id="316" name="Google Shape;31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9" name="Google Shape;349;p2"/>
            <p:cNvGrpSpPr/>
            <p:nvPr/>
          </p:nvGrpSpPr>
          <p:grpSpPr>
            <a:xfrm rot="-472132">
              <a:off x="186173" y="1824412"/>
              <a:ext cx="973691" cy="1294953"/>
              <a:chOff x="3896350" y="307075"/>
              <a:chExt cx="710200" cy="944525"/>
            </a:xfrm>
          </p:grpSpPr>
          <p:sp>
            <p:nvSpPr>
              <p:cNvPr id="350" name="Google Shape;35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2"/>
            <p:cNvGrpSpPr/>
            <p:nvPr/>
          </p:nvGrpSpPr>
          <p:grpSpPr>
            <a:xfrm rot="732989">
              <a:off x="737696" y="2803584"/>
              <a:ext cx="973645" cy="1294892"/>
              <a:chOff x="3896350" y="307075"/>
              <a:chExt cx="710200" cy="944525"/>
            </a:xfrm>
          </p:grpSpPr>
          <p:sp>
            <p:nvSpPr>
              <p:cNvPr id="384" name="Google Shape;38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7" name="Google Shape;417;p2"/>
            <p:cNvGrpSpPr/>
            <p:nvPr/>
          </p:nvGrpSpPr>
          <p:grpSpPr>
            <a:xfrm rot="-758609">
              <a:off x="-104617" y="3025672"/>
              <a:ext cx="973717" cy="1294988"/>
              <a:chOff x="3896350" y="307075"/>
              <a:chExt cx="710200" cy="944525"/>
            </a:xfrm>
          </p:grpSpPr>
          <p:sp>
            <p:nvSpPr>
              <p:cNvPr id="418" name="Google Shape;41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1" name="Google Shape;451;p2"/>
            <p:cNvGrpSpPr/>
            <p:nvPr/>
          </p:nvGrpSpPr>
          <p:grpSpPr>
            <a:xfrm rot="-472132">
              <a:off x="513873" y="3847887"/>
              <a:ext cx="973691" cy="1294953"/>
              <a:chOff x="3896350" y="307075"/>
              <a:chExt cx="710200" cy="944525"/>
            </a:xfrm>
          </p:grpSpPr>
          <p:sp>
            <p:nvSpPr>
              <p:cNvPr id="452" name="Google Shape;45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5" name="Google Shape;485;p2"/>
            <p:cNvGrpSpPr/>
            <p:nvPr/>
          </p:nvGrpSpPr>
          <p:grpSpPr>
            <a:xfrm rot="732989">
              <a:off x="1463021" y="4018196"/>
              <a:ext cx="973645" cy="1294892"/>
              <a:chOff x="3896350" y="307075"/>
              <a:chExt cx="710200" cy="944525"/>
            </a:xfrm>
          </p:grpSpPr>
          <p:sp>
            <p:nvSpPr>
              <p:cNvPr id="486" name="Google Shape;48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9" name="Google Shape;519;p2"/>
            <p:cNvGrpSpPr/>
            <p:nvPr/>
          </p:nvGrpSpPr>
          <p:grpSpPr>
            <a:xfrm rot="-758609">
              <a:off x="1142521" y="1893222"/>
              <a:ext cx="973717" cy="1294988"/>
              <a:chOff x="3896350" y="307075"/>
              <a:chExt cx="710200" cy="944525"/>
            </a:xfrm>
          </p:grpSpPr>
          <p:sp>
            <p:nvSpPr>
              <p:cNvPr id="520" name="Google Shape;52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3" name="Google Shape;553;p2"/>
            <p:cNvGrpSpPr/>
            <p:nvPr/>
          </p:nvGrpSpPr>
          <p:grpSpPr>
            <a:xfrm rot="1315721">
              <a:off x="2160535" y="-152092"/>
              <a:ext cx="973679" cy="1294936"/>
              <a:chOff x="3896350" y="307075"/>
              <a:chExt cx="710200" cy="944525"/>
            </a:xfrm>
          </p:grpSpPr>
          <p:sp>
            <p:nvSpPr>
              <p:cNvPr id="554" name="Google Shape;55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7" name="Google Shape;587;p2"/>
            <p:cNvGrpSpPr/>
            <p:nvPr/>
          </p:nvGrpSpPr>
          <p:grpSpPr>
            <a:xfrm rot="-758609">
              <a:off x="2389658" y="3961010"/>
              <a:ext cx="973717" cy="1294988"/>
              <a:chOff x="3896350" y="307075"/>
              <a:chExt cx="710200" cy="944525"/>
            </a:xfrm>
          </p:grpSpPr>
          <p:sp>
            <p:nvSpPr>
              <p:cNvPr id="588" name="Google Shape;58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1" name="Google Shape;621;p2"/>
            <p:cNvGrpSpPr/>
            <p:nvPr/>
          </p:nvGrpSpPr>
          <p:grpSpPr>
            <a:xfrm rot="864615">
              <a:off x="1691732" y="2940254"/>
              <a:ext cx="973709" cy="1294976"/>
              <a:chOff x="3896350" y="307075"/>
              <a:chExt cx="710200" cy="944525"/>
            </a:xfrm>
          </p:grpSpPr>
          <p:sp>
            <p:nvSpPr>
              <p:cNvPr id="622" name="Google Shape;62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5" name="Google Shape;655;p2"/>
            <p:cNvGrpSpPr/>
            <p:nvPr/>
          </p:nvGrpSpPr>
          <p:grpSpPr>
            <a:xfrm rot="-758609">
              <a:off x="1197183" y="1472"/>
              <a:ext cx="973717" cy="1294988"/>
              <a:chOff x="3896350" y="307075"/>
              <a:chExt cx="710200" cy="944525"/>
            </a:xfrm>
          </p:grpSpPr>
          <p:sp>
            <p:nvSpPr>
              <p:cNvPr id="656" name="Google Shape;65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9" name="Google Shape;689;p2"/>
            <p:cNvGrpSpPr/>
            <p:nvPr/>
          </p:nvGrpSpPr>
          <p:grpSpPr>
            <a:xfrm rot="849108">
              <a:off x="1142540" y="843043"/>
              <a:ext cx="973690" cy="1294951"/>
              <a:chOff x="3896350" y="307075"/>
              <a:chExt cx="710200" cy="944525"/>
            </a:xfrm>
          </p:grpSpPr>
          <p:sp>
            <p:nvSpPr>
              <p:cNvPr id="690" name="Google Shape;69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3" name="Google Shape;723;p2"/>
            <p:cNvGrpSpPr/>
            <p:nvPr/>
          </p:nvGrpSpPr>
          <p:grpSpPr>
            <a:xfrm rot="-489366">
              <a:off x="2019501" y="406408"/>
              <a:ext cx="973661" cy="1294913"/>
              <a:chOff x="3896350" y="307075"/>
              <a:chExt cx="710200" cy="944525"/>
            </a:xfrm>
          </p:grpSpPr>
          <p:sp>
            <p:nvSpPr>
              <p:cNvPr id="724" name="Google Shape;72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7" name="Google Shape;757;p2"/>
            <p:cNvGrpSpPr/>
            <p:nvPr/>
          </p:nvGrpSpPr>
          <p:grpSpPr>
            <a:xfrm rot="732989">
              <a:off x="3046883" y="147484"/>
              <a:ext cx="973645" cy="1294892"/>
              <a:chOff x="3896350" y="307075"/>
              <a:chExt cx="710200" cy="944525"/>
            </a:xfrm>
          </p:grpSpPr>
          <p:sp>
            <p:nvSpPr>
              <p:cNvPr id="758" name="Google Shape;75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1" name="Google Shape;791;p2"/>
            <p:cNvGrpSpPr/>
            <p:nvPr/>
          </p:nvGrpSpPr>
          <p:grpSpPr>
            <a:xfrm rot="-758609">
              <a:off x="3184896" y="904922"/>
              <a:ext cx="973717" cy="1294988"/>
              <a:chOff x="3896350" y="307075"/>
              <a:chExt cx="710200" cy="944525"/>
            </a:xfrm>
          </p:grpSpPr>
          <p:sp>
            <p:nvSpPr>
              <p:cNvPr id="792" name="Google Shape;79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5" name="Google Shape;825;p2"/>
            <p:cNvGrpSpPr/>
            <p:nvPr/>
          </p:nvGrpSpPr>
          <p:grpSpPr>
            <a:xfrm rot="-472132">
              <a:off x="3046910" y="1824412"/>
              <a:ext cx="973691" cy="1294953"/>
              <a:chOff x="3896350" y="307075"/>
              <a:chExt cx="710200" cy="944525"/>
            </a:xfrm>
          </p:grpSpPr>
          <p:sp>
            <p:nvSpPr>
              <p:cNvPr id="826" name="Google Shape;82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9" name="Google Shape;859;p2"/>
            <p:cNvGrpSpPr/>
            <p:nvPr/>
          </p:nvGrpSpPr>
          <p:grpSpPr>
            <a:xfrm rot="732989">
              <a:off x="3585058" y="2596834"/>
              <a:ext cx="973645" cy="1294892"/>
              <a:chOff x="3896350" y="307075"/>
              <a:chExt cx="710200" cy="944525"/>
            </a:xfrm>
          </p:grpSpPr>
          <p:sp>
            <p:nvSpPr>
              <p:cNvPr id="860" name="Google Shape;86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3" name="Google Shape;893;p2"/>
            <p:cNvGrpSpPr/>
            <p:nvPr/>
          </p:nvGrpSpPr>
          <p:grpSpPr>
            <a:xfrm rot="-758609">
              <a:off x="2714171" y="3025672"/>
              <a:ext cx="973717" cy="1294988"/>
              <a:chOff x="3896350" y="307075"/>
              <a:chExt cx="710200" cy="944525"/>
            </a:xfrm>
          </p:grpSpPr>
          <p:sp>
            <p:nvSpPr>
              <p:cNvPr id="894" name="Google Shape;89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7" name="Google Shape;927;p2"/>
            <p:cNvGrpSpPr/>
            <p:nvPr/>
          </p:nvGrpSpPr>
          <p:grpSpPr>
            <a:xfrm rot="-472132">
              <a:off x="3442210" y="3754662"/>
              <a:ext cx="973691" cy="1294953"/>
              <a:chOff x="3896350" y="307075"/>
              <a:chExt cx="710200" cy="944525"/>
            </a:xfrm>
          </p:grpSpPr>
          <p:sp>
            <p:nvSpPr>
              <p:cNvPr id="928" name="Google Shape;92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1" name="Google Shape;961;p2"/>
            <p:cNvGrpSpPr/>
            <p:nvPr/>
          </p:nvGrpSpPr>
          <p:grpSpPr>
            <a:xfrm rot="732989">
              <a:off x="4390733" y="3961046"/>
              <a:ext cx="973645" cy="1294892"/>
              <a:chOff x="3896350" y="307075"/>
              <a:chExt cx="710200" cy="944525"/>
            </a:xfrm>
          </p:grpSpPr>
          <p:sp>
            <p:nvSpPr>
              <p:cNvPr id="962" name="Google Shape;96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5" name="Google Shape;995;p2"/>
            <p:cNvGrpSpPr/>
            <p:nvPr/>
          </p:nvGrpSpPr>
          <p:grpSpPr>
            <a:xfrm rot="-758609">
              <a:off x="3961308" y="1893222"/>
              <a:ext cx="973717" cy="1294988"/>
              <a:chOff x="3896350" y="307075"/>
              <a:chExt cx="710200" cy="944525"/>
            </a:xfrm>
          </p:grpSpPr>
          <p:sp>
            <p:nvSpPr>
              <p:cNvPr id="996" name="Google Shape;99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9" name="Google Shape;1029;p2"/>
            <p:cNvGrpSpPr/>
            <p:nvPr/>
          </p:nvGrpSpPr>
          <p:grpSpPr>
            <a:xfrm rot="1315721">
              <a:off x="4979323" y="-152092"/>
              <a:ext cx="973679" cy="1294936"/>
              <a:chOff x="3896350" y="307075"/>
              <a:chExt cx="710200" cy="944525"/>
            </a:xfrm>
          </p:grpSpPr>
          <p:sp>
            <p:nvSpPr>
              <p:cNvPr id="1030" name="Google Shape;103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3" name="Google Shape;1063;p2"/>
            <p:cNvGrpSpPr/>
            <p:nvPr/>
          </p:nvGrpSpPr>
          <p:grpSpPr>
            <a:xfrm rot="-758609">
              <a:off x="5208446" y="3961010"/>
              <a:ext cx="973717" cy="1294988"/>
              <a:chOff x="3896350" y="307075"/>
              <a:chExt cx="710200" cy="944525"/>
            </a:xfrm>
          </p:grpSpPr>
          <p:sp>
            <p:nvSpPr>
              <p:cNvPr id="1064" name="Google Shape;106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7" name="Google Shape;1097;p2"/>
            <p:cNvGrpSpPr/>
            <p:nvPr/>
          </p:nvGrpSpPr>
          <p:grpSpPr>
            <a:xfrm rot="864615">
              <a:off x="4390707" y="2892629"/>
              <a:ext cx="973709" cy="1294976"/>
              <a:chOff x="3896350" y="307075"/>
              <a:chExt cx="710200" cy="944525"/>
            </a:xfrm>
          </p:grpSpPr>
          <p:sp>
            <p:nvSpPr>
              <p:cNvPr id="1098" name="Google Shape;109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1" name="Google Shape;1131;p2"/>
            <p:cNvGrpSpPr/>
            <p:nvPr/>
          </p:nvGrpSpPr>
          <p:grpSpPr>
            <a:xfrm rot="-758609">
              <a:off x="4015971" y="1472"/>
              <a:ext cx="973717" cy="1294988"/>
              <a:chOff x="3896350" y="307075"/>
              <a:chExt cx="710200" cy="944525"/>
            </a:xfrm>
          </p:grpSpPr>
          <p:sp>
            <p:nvSpPr>
              <p:cNvPr id="1132" name="Google Shape;113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5" name="Google Shape;1165;p2"/>
            <p:cNvGrpSpPr/>
            <p:nvPr/>
          </p:nvGrpSpPr>
          <p:grpSpPr>
            <a:xfrm rot="849108">
              <a:off x="3961328" y="843043"/>
              <a:ext cx="973690" cy="1294951"/>
              <a:chOff x="3896350" y="307075"/>
              <a:chExt cx="710200" cy="944525"/>
            </a:xfrm>
          </p:grpSpPr>
          <p:sp>
            <p:nvSpPr>
              <p:cNvPr id="1166" name="Google Shape;116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9" name="Google Shape;1199;p2"/>
            <p:cNvGrpSpPr/>
            <p:nvPr/>
          </p:nvGrpSpPr>
          <p:grpSpPr>
            <a:xfrm rot="-489366">
              <a:off x="4838289" y="406408"/>
              <a:ext cx="973661" cy="1294913"/>
              <a:chOff x="3896350" y="307075"/>
              <a:chExt cx="710200" cy="944525"/>
            </a:xfrm>
          </p:grpSpPr>
          <p:sp>
            <p:nvSpPr>
              <p:cNvPr id="1200" name="Google Shape;120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3" name="Google Shape;1233;p2"/>
            <p:cNvGrpSpPr/>
            <p:nvPr/>
          </p:nvGrpSpPr>
          <p:grpSpPr>
            <a:xfrm rot="732989">
              <a:off x="6183608" y="147484"/>
              <a:ext cx="973645" cy="1294892"/>
              <a:chOff x="3896350" y="307075"/>
              <a:chExt cx="710200" cy="944525"/>
            </a:xfrm>
          </p:grpSpPr>
          <p:sp>
            <p:nvSpPr>
              <p:cNvPr id="1234" name="Google Shape;123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7" name="Google Shape;1267;p2"/>
            <p:cNvGrpSpPr/>
            <p:nvPr/>
          </p:nvGrpSpPr>
          <p:grpSpPr>
            <a:xfrm rot="-758609">
              <a:off x="6309721" y="976372"/>
              <a:ext cx="973717" cy="1294988"/>
              <a:chOff x="3896350" y="307075"/>
              <a:chExt cx="710200" cy="944525"/>
            </a:xfrm>
          </p:grpSpPr>
          <p:sp>
            <p:nvSpPr>
              <p:cNvPr id="1268" name="Google Shape;126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1" name="Google Shape;1301;p2"/>
            <p:cNvGrpSpPr/>
            <p:nvPr/>
          </p:nvGrpSpPr>
          <p:grpSpPr>
            <a:xfrm rot="-472132">
              <a:off x="6313885" y="1824412"/>
              <a:ext cx="973691" cy="1294953"/>
              <a:chOff x="3896350" y="307075"/>
              <a:chExt cx="710200" cy="944525"/>
            </a:xfrm>
          </p:grpSpPr>
          <p:sp>
            <p:nvSpPr>
              <p:cNvPr id="1302" name="Google Shape;130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35" name="Google Shape;1335;p2"/>
            <p:cNvGrpSpPr/>
            <p:nvPr/>
          </p:nvGrpSpPr>
          <p:grpSpPr>
            <a:xfrm rot="732989">
              <a:off x="5821658" y="3688659"/>
              <a:ext cx="973645" cy="1294892"/>
              <a:chOff x="3896350" y="307075"/>
              <a:chExt cx="710200" cy="944525"/>
            </a:xfrm>
          </p:grpSpPr>
          <p:sp>
            <p:nvSpPr>
              <p:cNvPr id="1336" name="Google Shape;133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9" name="Google Shape;1369;p2"/>
            <p:cNvGrpSpPr/>
            <p:nvPr/>
          </p:nvGrpSpPr>
          <p:grpSpPr>
            <a:xfrm rot="-758609">
              <a:off x="5391246" y="1605222"/>
              <a:ext cx="973717" cy="1294988"/>
              <a:chOff x="3896350" y="307075"/>
              <a:chExt cx="710200" cy="944525"/>
            </a:xfrm>
          </p:grpSpPr>
          <p:sp>
            <p:nvSpPr>
              <p:cNvPr id="1370" name="Google Shape;137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3" name="Google Shape;1403;p2"/>
            <p:cNvGrpSpPr/>
            <p:nvPr/>
          </p:nvGrpSpPr>
          <p:grpSpPr>
            <a:xfrm rot="-472132">
              <a:off x="6665685" y="3847887"/>
              <a:ext cx="973691" cy="1294953"/>
              <a:chOff x="3896350" y="307075"/>
              <a:chExt cx="710200" cy="944525"/>
            </a:xfrm>
          </p:grpSpPr>
          <p:sp>
            <p:nvSpPr>
              <p:cNvPr id="1404" name="Google Shape;140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7" name="Google Shape;1437;p2"/>
            <p:cNvGrpSpPr/>
            <p:nvPr/>
          </p:nvGrpSpPr>
          <p:grpSpPr>
            <a:xfrm rot="732989">
              <a:off x="7762658" y="3961046"/>
              <a:ext cx="973645" cy="1294892"/>
              <a:chOff x="3896350" y="307075"/>
              <a:chExt cx="710200" cy="944525"/>
            </a:xfrm>
          </p:grpSpPr>
          <p:sp>
            <p:nvSpPr>
              <p:cNvPr id="1438" name="Google Shape;143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71" name="Google Shape;1471;p2"/>
            <p:cNvGrpSpPr/>
            <p:nvPr/>
          </p:nvGrpSpPr>
          <p:grpSpPr>
            <a:xfrm rot="158271">
              <a:off x="2175686" y="2283574"/>
              <a:ext cx="973722" cy="1294994"/>
              <a:chOff x="3896350" y="307075"/>
              <a:chExt cx="710200" cy="944525"/>
            </a:xfrm>
          </p:grpSpPr>
          <p:sp>
            <p:nvSpPr>
              <p:cNvPr id="1472" name="Google Shape;147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5" name="Google Shape;1505;p2"/>
            <p:cNvGrpSpPr/>
            <p:nvPr/>
          </p:nvGrpSpPr>
          <p:grpSpPr>
            <a:xfrm rot="1025371">
              <a:off x="4680389" y="1581615"/>
              <a:ext cx="973709" cy="1294977"/>
              <a:chOff x="3896350" y="307075"/>
              <a:chExt cx="710200" cy="944525"/>
            </a:xfrm>
          </p:grpSpPr>
          <p:sp>
            <p:nvSpPr>
              <p:cNvPr id="1506" name="Google Shape;150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9" name="Google Shape;1539;p2"/>
            <p:cNvGrpSpPr/>
            <p:nvPr/>
          </p:nvGrpSpPr>
          <p:grpSpPr>
            <a:xfrm rot="-758609">
              <a:off x="6183571" y="2756085"/>
              <a:ext cx="973717" cy="1294988"/>
              <a:chOff x="3896350" y="307075"/>
              <a:chExt cx="710200" cy="944525"/>
            </a:xfrm>
          </p:grpSpPr>
          <p:sp>
            <p:nvSpPr>
              <p:cNvPr id="1540" name="Google Shape;154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2"/>
            <p:cNvGrpSpPr/>
            <p:nvPr/>
          </p:nvGrpSpPr>
          <p:grpSpPr>
            <a:xfrm rot="864615">
              <a:off x="7089682" y="2391554"/>
              <a:ext cx="973709" cy="1294976"/>
              <a:chOff x="3896350" y="307075"/>
              <a:chExt cx="710200" cy="944525"/>
            </a:xfrm>
          </p:grpSpPr>
          <p:sp>
            <p:nvSpPr>
              <p:cNvPr id="1574" name="Google Shape;157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07" name="Google Shape;1607;p2"/>
            <p:cNvGrpSpPr/>
            <p:nvPr/>
          </p:nvGrpSpPr>
          <p:grpSpPr>
            <a:xfrm>
              <a:off x="5620089" y="377983"/>
              <a:ext cx="973684" cy="1294944"/>
              <a:chOff x="3896350" y="307075"/>
              <a:chExt cx="710200" cy="944525"/>
            </a:xfrm>
          </p:grpSpPr>
          <p:sp>
            <p:nvSpPr>
              <p:cNvPr id="1608" name="Google Shape;160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1" name="Google Shape;1641;p2"/>
            <p:cNvGrpSpPr/>
            <p:nvPr/>
          </p:nvGrpSpPr>
          <p:grpSpPr>
            <a:xfrm>
              <a:off x="5256296" y="2715215"/>
              <a:ext cx="973684" cy="1294944"/>
              <a:chOff x="3896350" y="307075"/>
              <a:chExt cx="710200" cy="944525"/>
            </a:xfrm>
          </p:grpSpPr>
          <p:sp>
            <p:nvSpPr>
              <p:cNvPr id="1642" name="Google Shape;164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5" name="Google Shape;1675;p2"/>
            <p:cNvGrpSpPr/>
            <p:nvPr/>
          </p:nvGrpSpPr>
          <p:grpSpPr>
            <a:xfrm rot="905674">
              <a:off x="1971662" y="1292130"/>
              <a:ext cx="973613" cy="1294849"/>
              <a:chOff x="3896350" y="307075"/>
              <a:chExt cx="710200" cy="944525"/>
            </a:xfrm>
          </p:grpSpPr>
          <p:sp>
            <p:nvSpPr>
              <p:cNvPr id="1676" name="Google Shape;167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9" name="Google Shape;1709;p2"/>
            <p:cNvGrpSpPr/>
            <p:nvPr/>
          </p:nvGrpSpPr>
          <p:grpSpPr>
            <a:xfrm rot="-758609">
              <a:off x="7051196" y="-42365"/>
              <a:ext cx="973717" cy="1294988"/>
              <a:chOff x="3896350" y="307075"/>
              <a:chExt cx="710200" cy="944525"/>
            </a:xfrm>
          </p:grpSpPr>
          <p:sp>
            <p:nvSpPr>
              <p:cNvPr id="1710" name="Google Shape;171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3" name="Google Shape;1743;p2"/>
            <p:cNvGrpSpPr/>
            <p:nvPr/>
          </p:nvGrpSpPr>
          <p:grpSpPr>
            <a:xfrm rot="663057">
              <a:off x="7307548" y="3187753"/>
              <a:ext cx="973700" cy="1294965"/>
              <a:chOff x="3896350" y="307075"/>
              <a:chExt cx="710200" cy="944525"/>
            </a:xfrm>
          </p:grpSpPr>
          <p:sp>
            <p:nvSpPr>
              <p:cNvPr id="1744" name="Google Shape;1744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7" name="Google Shape;1777;p2"/>
            <p:cNvGrpSpPr/>
            <p:nvPr/>
          </p:nvGrpSpPr>
          <p:grpSpPr>
            <a:xfrm rot="864615">
              <a:off x="7965582" y="-52296"/>
              <a:ext cx="973709" cy="1294976"/>
              <a:chOff x="3896350" y="307075"/>
              <a:chExt cx="710200" cy="944525"/>
            </a:xfrm>
          </p:grpSpPr>
          <p:sp>
            <p:nvSpPr>
              <p:cNvPr id="1778" name="Google Shape;1778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11" name="Google Shape;1811;p2"/>
            <p:cNvGrpSpPr/>
            <p:nvPr/>
          </p:nvGrpSpPr>
          <p:grpSpPr>
            <a:xfrm rot="732989">
              <a:off x="8160033" y="1001409"/>
              <a:ext cx="973645" cy="1294892"/>
              <a:chOff x="3896350" y="307075"/>
              <a:chExt cx="710200" cy="944525"/>
            </a:xfrm>
          </p:grpSpPr>
          <p:sp>
            <p:nvSpPr>
              <p:cNvPr id="1812" name="Google Shape;1812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5" name="Google Shape;1845;p2"/>
            <p:cNvGrpSpPr/>
            <p:nvPr/>
          </p:nvGrpSpPr>
          <p:grpSpPr>
            <a:xfrm rot="-758609">
              <a:off x="8068321" y="2005510"/>
              <a:ext cx="973717" cy="1294988"/>
              <a:chOff x="3896350" y="307075"/>
              <a:chExt cx="710200" cy="944525"/>
            </a:xfrm>
          </p:grpSpPr>
          <p:sp>
            <p:nvSpPr>
              <p:cNvPr id="1846" name="Google Shape;1846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9" name="Google Shape;1879;p2"/>
            <p:cNvGrpSpPr/>
            <p:nvPr/>
          </p:nvGrpSpPr>
          <p:grpSpPr>
            <a:xfrm rot="864615">
              <a:off x="8138782" y="3168254"/>
              <a:ext cx="973709" cy="1294976"/>
              <a:chOff x="3896350" y="307075"/>
              <a:chExt cx="710200" cy="944525"/>
            </a:xfrm>
          </p:grpSpPr>
          <p:sp>
            <p:nvSpPr>
              <p:cNvPr id="1880" name="Google Shape;1880;p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13" name="Google Shape;1913;p2"/>
          <p:cNvSpPr txBox="1">
            <a:spLocks noGrp="1"/>
          </p:cNvSpPr>
          <p:nvPr>
            <p:ph type="ctrTitle"/>
          </p:nvPr>
        </p:nvSpPr>
        <p:spPr>
          <a:xfrm>
            <a:off x="1264750" y="696625"/>
            <a:ext cx="6614400" cy="27915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14" name="Google Shape;1914;p2"/>
          <p:cNvSpPr txBox="1">
            <a:spLocks noGrp="1"/>
          </p:cNvSpPr>
          <p:nvPr>
            <p:ph type="subTitle" idx="1"/>
          </p:nvPr>
        </p:nvSpPr>
        <p:spPr>
          <a:xfrm>
            <a:off x="1264850" y="3698575"/>
            <a:ext cx="6614400" cy="549600"/>
          </a:xfrm>
          <a:prstGeom prst="rect">
            <a:avLst/>
          </a:prstGeom>
          <a:solidFill>
            <a:schemeClr val="dk2"/>
          </a:solidFill>
          <a:ln w="762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6" name="Google Shape;2986;p8"/>
          <p:cNvGrpSpPr/>
          <p:nvPr/>
        </p:nvGrpSpPr>
        <p:grpSpPr>
          <a:xfrm>
            <a:off x="-5" y="-771"/>
            <a:ext cx="9144010" cy="5145042"/>
            <a:chOff x="1582450" y="1413850"/>
            <a:chExt cx="3301325" cy="1857550"/>
          </a:xfrm>
        </p:grpSpPr>
        <p:sp>
          <p:nvSpPr>
            <p:cNvPr id="2987" name="Google Shape;2987;p8"/>
            <p:cNvSpPr/>
            <p:nvPr/>
          </p:nvSpPr>
          <p:spPr>
            <a:xfrm>
              <a:off x="1582450" y="1413850"/>
              <a:ext cx="35425" cy="42675"/>
            </a:xfrm>
            <a:custGeom>
              <a:avLst/>
              <a:gdLst/>
              <a:ahLst/>
              <a:cxnLst/>
              <a:rect l="l" t="t" r="r" b="b"/>
              <a:pathLst>
                <a:path w="1417" h="1707" extrusionOk="0">
                  <a:moveTo>
                    <a:pt x="726" y="1"/>
                  </a:moveTo>
                  <a:lnTo>
                    <a:pt x="1" y="882"/>
                  </a:lnTo>
                  <a:lnTo>
                    <a:pt x="1" y="1706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8"/>
            <p:cNvSpPr/>
            <p:nvPr/>
          </p:nvSpPr>
          <p:spPr>
            <a:xfrm>
              <a:off x="1582450" y="1413850"/>
              <a:ext cx="83900" cy="101750"/>
            </a:xfrm>
            <a:custGeom>
              <a:avLst/>
              <a:gdLst/>
              <a:ahLst/>
              <a:cxnLst/>
              <a:rect l="l" t="t" r="r" b="b"/>
              <a:pathLst>
                <a:path w="3356" h="4070" extrusionOk="0">
                  <a:moveTo>
                    <a:pt x="2676" y="1"/>
                  </a:moveTo>
                  <a:lnTo>
                    <a:pt x="1" y="3233"/>
                  </a:lnTo>
                  <a:lnTo>
                    <a:pt x="1" y="4069"/>
                  </a:lnTo>
                  <a:lnTo>
                    <a:pt x="335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8"/>
            <p:cNvSpPr/>
            <p:nvPr/>
          </p:nvSpPr>
          <p:spPr>
            <a:xfrm>
              <a:off x="1582450" y="1413850"/>
              <a:ext cx="132650" cy="160525"/>
            </a:xfrm>
            <a:custGeom>
              <a:avLst/>
              <a:gdLst/>
              <a:ahLst/>
              <a:cxnLst/>
              <a:rect l="l" t="t" r="r" b="b"/>
              <a:pathLst>
                <a:path w="5306" h="6421" extrusionOk="0">
                  <a:moveTo>
                    <a:pt x="4615" y="1"/>
                  </a:moveTo>
                  <a:lnTo>
                    <a:pt x="1" y="5585"/>
                  </a:lnTo>
                  <a:lnTo>
                    <a:pt x="1" y="6420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8"/>
            <p:cNvSpPr/>
            <p:nvPr/>
          </p:nvSpPr>
          <p:spPr>
            <a:xfrm>
              <a:off x="1582450" y="1413850"/>
              <a:ext cx="181125" cy="219325"/>
            </a:xfrm>
            <a:custGeom>
              <a:avLst/>
              <a:gdLst/>
              <a:ahLst/>
              <a:cxnLst/>
              <a:rect l="l" t="t" r="r" b="b"/>
              <a:pathLst>
                <a:path w="7245" h="8773" extrusionOk="0">
                  <a:moveTo>
                    <a:pt x="6554" y="1"/>
                  </a:moveTo>
                  <a:lnTo>
                    <a:pt x="1" y="7947"/>
                  </a:lnTo>
                  <a:lnTo>
                    <a:pt x="1" y="8772"/>
                  </a:lnTo>
                  <a:lnTo>
                    <a:pt x="724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8"/>
            <p:cNvSpPr/>
            <p:nvPr/>
          </p:nvSpPr>
          <p:spPr>
            <a:xfrm>
              <a:off x="1582450" y="1413850"/>
              <a:ext cx="229600" cy="278100"/>
            </a:xfrm>
            <a:custGeom>
              <a:avLst/>
              <a:gdLst/>
              <a:ahLst/>
              <a:cxnLst/>
              <a:rect l="l" t="t" r="r" b="b"/>
              <a:pathLst>
                <a:path w="9184" h="11124" extrusionOk="0">
                  <a:moveTo>
                    <a:pt x="8505" y="1"/>
                  </a:moveTo>
                  <a:lnTo>
                    <a:pt x="1" y="10298"/>
                  </a:lnTo>
                  <a:lnTo>
                    <a:pt x="1" y="11123"/>
                  </a:lnTo>
                  <a:lnTo>
                    <a:pt x="918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8"/>
            <p:cNvSpPr/>
            <p:nvPr/>
          </p:nvSpPr>
          <p:spPr>
            <a:xfrm>
              <a:off x="1582450" y="1413850"/>
              <a:ext cx="278375" cy="336900"/>
            </a:xfrm>
            <a:custGeom>
              <a:avLst/>
              <a:gdLst/>
              <a:ahLst/>
              <a:cxnLst/>
              <a:rect l="l" t="t" r="r" b="b"/>
              <a:pathLst>
                <a:path w="11135" h="13476" extrusionOk="0">
                  <a:moveTo>
                    <a:pt x="10444" y="1"/>
                  </a:moveTo>
                  <a:lnTo>
                    <a:pt x="1" y="12650"/>
                  </a:lnTo>
                  <a:lnTo>
                    <a:pt x="1" y="13475"/>
                  </a:lnTo>
                  <a:lnTo>
                    <a:pt x="111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8"/>
            <p:cNvSpPr/>
            <p:nvPr/>
          </p:nvSpPr>
          <p:spPr>
            <a:xfrm>
              <a:off x="1582450" y="1413850"/>
              <a:ext cx="326850" cy="395675"/>
            </a:xfrm>
            <a:custGeom>
              <a:avLst/>
              <a:gdLst/>
              <a:ahLst/>
              <a:cxnLst/>
              <a:rect l="l" t="t" r="r" b="b"/>
              <a:pathLst>
                <a:path w="13074" h="15827" extrusionOk="0">
                  <a:moveTo>
                    <a:pt x="12394" y="1"/>
                  </a:moveTo>
                  <a:lnTo>
                    <a:pt x="1" y="15001"/>
                  </a:lnTo>
                  <a:lnTo>
                    <a:pt x="1" y="15826"/>
                  </a:lnTo>
                  <a:lnTo>
                    <a:pt x="1307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8"/>
            <p:cNvSpPr/>
            <p:nvPr/>
          </p:nvSpPr>
          <p:spPr>
            <a:xfrm>
              <a:off x="1582450" y="1413850"/>
              <a:ext cx="375600" cy="454725"/>
            </a:xfrm>
            <a:custGeom>
              <a:avLst/>
              <a:gdLst/>
              <a:ahLst/>
              <a:cxnLst/>
              <a:rect l="l" t="t" r="r" b="b"/>
              <a:pathLst>
                <a:path w="15024" h="18189" extrusionOk="0">
                  <a:moveTo>
                    <a:pt x="14333" y="1"/>
                  </a:moveTo>
                  <a:lnTo>
                    <a:pt x="1" y="17353"/>
                  </a:lnTo>
                  <a:lnTo>
                    <a:pt x="1" y="18189"/>
                  </a:lnTo>
                  <a:lnTo>
                    <a:pt x="1502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8"/>
            <p:cNvSpPr/>
            <p:nvPr/>
          </p:nvSpPr>
          <p:spPr>
            <a:xfrm>
              <a:off x="1582450" y="1413850"/>
              <a:ext cx="424075" cy="513525"/>
            </a:xfrm>
            <a:custGeom>
              <a:avLst/>
              <a:gdLst/>
              <a:ahLst/>
              <a:cxnLst/>
              <a:rect l="l" t="t" r="r" b="b"/>
              <a:pathLst>
                <a:path w="16963" h="20541" extrusionOk="0">
                  <a:moveTo>
                    <a:pt x="16283" y="1"/>
                  </a:moveTo>
                  <a:lnTo>
                    <a:pt x="1" y="19704"/>
                  </a:lnTo>
                  <a:lnTo>
                    <a:pt x="1" y="20541"/>
                  </a:lnTo>
                  <a:lnTo>
                    <a:pt x="1696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8"/>
            <p:cNvSpPr/>
            <p:nvPr/>
          </p:nvSpPr>
          <p:spPr>
            <a:xfrm>
              <a:off x="1582450" y="1413850"/>
              <a:ext cx="472550" cy="572300"/>
            </a:xfrm>
            <a:custGeom>
              <a:avLst/>
              <a:gdLst/>
              <a:ahLst/>
              <a:cxnLst/>
              <a:rect l="l" t="t" r="r" b="b"/>
              <a:pathLst>
                <a:path w="18902" h="22892" extrusionOk="0">
                  <a:moveTo>
                    <a:pt x="18223" y="1"/>
                  </a:moveTo>
                  <a:lnTo>
                    <a:pt x="1" y="22067"/>
                  </a:lnTo>
                  <a:lnTo>
                    <a:pt x="1" y="22892"/>
                  </a:lnTo>
                  <a:lnTo>
                    <a:pt x="1890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8"/>
            <p:cNvSpPr/>
            <p:nvPr/>
          </p:nvSpPr>
          <p:spPr>
            <a:xfrm>
              <a:off x="1582450" y="1413850"/>
              <a:ext cx="521325" cy="631100"/>
            </a:xfrm>
            <a:custGeom>
              <a:avLst/>
              <a:gdLst/>
              <a:ahLst/>
              <a:cxnLst/>
              <a:rect l="l" t="t" r="r" b="b"/>
              <a:pathLst>
                <a:path w="20853" h="25244" extrusionOk="0">
                  <a:moveTo>
                    <a:pt x="20162" y="1"/>
                  </a:moveTo>
                  <a:lnTo>
                    <a:pt x="1" y="24419"/>
                  </a:lnTo>
                  <a:lnTo>
                    <a:pt x="1" y="25244"/>
                  </a:lnTo>
                  <a:lnTo>
                    <a:pt x="208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8"/>
            <p:cNvSpPr/>
            <p:nvPr/>
          </p:nvSpPr>
          <p:spPr>
            <a:xfrm>
              <a:off x="1582450" y="1413850"/>
              <a:ext cx="569800" cy="689875"/>
            </a:xfrm>
            <a:custGeom>
              <a:avLst/>
              <a:gdLst/>
              <a:ahLst/>
              <a:cxnLst/>
              <a:rect l="l" t="t" r="r" b="b"/>
              <a:pathLst>
                <a:path w="22792" h="27595" extrusionOk="0">
                  <a:moveTo>
                    <a:pt x="22112" y="1"/>
                  </a:moveTo>
                  <a:lnTo>
                    <a:pt x="1" y="26770"/>
                  </a:lnTo>
                  <a:lnTo>
                    <a:pt x="1" y="27595"/>
                  </a:lnTo>
                  <a:lnTo>
                    <a:pt x="2279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8"/>
            <p:cNvSpPr/>
            <p:nvPr/>
          </p:nvSpPr>
          <p:spPr>
            <a:xfrm>
              <a:off x="1582450" y="1413850"/>
              <a:ext cx="618550" cy="748675"/>
            </a:xfrm>
            <a:custGeom>
              <a:avLst/>
              <a:gdLst/>
              <a:ahLst/>
              <a:cxnLst/>
              <a:rect l="l" t="t" r="r" b="b"/>
              <a:pathLst>
                <a:path w="24742" h="29947" extrusionOk="0">
                  <a:moveTo>
                    <a:pt x="24051" y="1"/>
                  </a:moveTo>
                  <a:lnTo>
                    <a:pt x="1" y="29122"/>
                  </a:lnTo>
                  <a:lnTo>
                    <a:pt x="1" y="29947"/>
                  </a:lnTo>
                  <a:lnTo>
                    <a:pt x="247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8"/>
            <p:cNvSpPr/>
            <p:nvPr/>
          </p:nvSpPr>
          <p:spPr>
            <a:xfrm>
              <a:off x="1582450" y="1413850"/>
              <a:ext cx="667025" cy="807750"/>
            </a:xfrm>
            <a:custGeom>
              <a:avLst/>
              <a:gdLst/>
              <a:ahLst/>
              <a:cxnLst/>
              <a:rect l="l" t="t" r="r" b="b"/>
              <a:pathLst>
                <a:path w="26681" h="32310" extrusionOk="0">
                  <a:moveTo>
                    <a:pt x="26001" y="1"/>
                  </a:moveTo>
                  <a:lnTo>
                    <a:pt x="1" y="31473"/>
                  </a:lnTo>
                  <a:lnTo>
                    <a:pt x="1" y="32309"/>
                  </a:lnTo>
                  <a:lnTo>
                    <a:pt x="2668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8"/>
            <p:cNvSpPr/>
            <p:nvPr/>
          </p:nvSpPr>
          <p:spPr>
            <a:xfrm>
              <a:off x="1582450" y="1413850"/>
              <a:ext cx="715500" cy="866525"/>
            </a:xfrm>
            <a:custGeom>
              <a:avLst/>
              <a:gdLst/>
              <a:ahLst/>
              <a:cxnLst/>
              <a:rect l="l" t="t" r="r" b="b"/>
              <a:pathLst>
                <a:path w="28620" h="34661" extrusionOk="0">
                  <a:moveTo>
                    <a:pt x="27941" y="1"/>
                  </a:moveTo>
                  <a:lnTo>
                    <a:pt x="1" y="33825"/>
                  </a:lnTo>
                  <a:lnTo>
                    <a:pt x="1" y="34660"/>
                  </a:lnTo>
                  <a:lnTo>
                    <a:pt x="2862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8"/>
            <p:cNvSpPr/>
            <p:nvPr/>
          </p:nvSpPr>
          <p:spPr>
            <a:xfrm>
              <a:off x="1582450" y="1413850"/>
              <a:ext cx="764275" cy="925325"/>
            </a:xfrm>
            <a:custGeom>
              <a:avLst/>
              <a:gdLst/>
              <a:ahLst/>
              <a:cxnLst/>
              <a:rect l="l" t="t" r="r" b="b"/>
              <a:pathLst>
                <a:path w="30571" h="37013" extrusionOk="0">
                  <a:moveTo>
                    <a:pt x="29880" y="1"/>
                  </a:moveTo>
                  <a:lnTo>
                    <a:pt x="1" y="36188"/>
                  </a:lnTo>
                  <a:lnTo>
                    <a:pt x="1" y="37012"/>
                  </a:lnTo>
                  <a:lnTo>
                    <a:pt x="3057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8"/>
            <p:cNvSpPr/>
            <p:nvPr/>
          </p:nvSpPr>
          <p:spPr>
            <a:xfrm>
              <a:off x="1582450" y="1413850"/>
              <a:ext cx="812750" cy="984100"/>
            </a:xfrm>
            <a:custGeom>
              <a:avLst/>
              <a:gdLst/>
              <a:ahLst/>
              <a:cxnLst/>
              <a:rect l="l" t="t" r="r" b="b"/>
              <a:pathLst>
                <a:path w="32510" h="39364" extrusionOk="0">
                  <a:moveTo>
                    <a:pt x="31830" y="1"/>
                  </a:moveTo>
                  <a:lnTo>
                    <a:pt x="1" y="38539"/>
                  </a:lnTo>
                  <a:lnTo>
                    <a:pt x="1" y="39363"/>
                  </a:lnTo>
                  <a:lnTo>
                    <a:pt x="3251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8"/>
            <p:cNvSpPr/>
            <p:nvPr/>
          </p:nvSpPr>
          <p:spPr>
            <a:xfrm>
              <a:off x="1582450" y="1413850"/>
              <a:ext cx="861500" cy="1042900"/>
            </a:xfrm>
            <a:custGeom>
              <a:avLst/>
              <a:gdLst/>
              <a:ahLst/>
              <a:cxnLst/>
              <a:rect l="l" t="t" r="r" b="b"/>
              <a:pathLst>
                <a:path w="34460" h="41716" extrusionOk="0">
                  <a:moveTo>
                    <a:pt x="33769" y="1"/>
                  </a:moveTo>
                  <a:lnTo>
                    <a:pt x="1" y="40891"/>
                  </a:lnTo>
                  <a:lnTo>
                    <a:pt x="1" y="41715"/>
                  </a:lnTo>
                  <a:lnTo>
                    <a:pt x="3446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8"/>
            <p:cNvSpPr/>
            <p:nvPr/>
          </p:nvSpPr>
          <p:spPr>
            <a:xfrm>
              <a:off x="1582450" y="1413850"/>
              <a:ext cx="909975" cy="1101675"/>
            </a:xfrm>
            <a:custGeom>
              <a:avLst/>
              <a:gdLst/>
              <a:ahLst/>
              <a:cxnLst/>
              <a:rect l="l" t="t" r="r" b="b"/>
              <a:pathLst>
                <a:path w="36399" h="44067" extrusionOk="0">
                  <a:moveTo>
                    <a:pt x="35719" y="1"/>
                  </a:moveTo>
                  <a:lnTo>
                    <a:pt x="1" y="43242"/>
                  </a:lnTo>
                  <a:lnTo>
                    <a:pt x="1" y="44066"/>
                  </a:lnTo>
                  <a:lnTo>
                    <a:pt x="3639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8"/>
            <p:cNvSpPr/>
            <p:nvPr/>
          </p:nvSpPr>
          <p:spPr>
            <a:xfrm>
              <a:off x="1582450" y="1413850"/>
              <a:ext cx="958750" cy="1160725"/>
            </a:xfrm>
            <a:custGeom>
              <a:avLst/>
              <a:gdLst/>
              <a:ahLst/>
              <a:cxnLst/>
              <a:rect l="l" t="t" r="r" b="b"/>
              <a:pathLst>
                <a:path w="38350" h="46429" extrusionOk="0">
                  <a:moveTo>
                    <a:pt x="37659" y="1"/>
                  </a:moveTo>
                  <a:lnTo>
                    <a:pt x="1" y="45594"/>
                  </a:lnTo>
                  <a:lnTo>
                    <a:pt x="1" y="46429"/>
                  </a:lnTo>
                  <a:lnTo>
                    <a:pt x="3834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8"/>
            <p:cNvSpPr/>
            <p:nvPr/>
          </p:nvSpPr>
          <p:spPr>
            <a:xfrm>
              <a:off x="1582450" y="1413850"/>
              <a:ext cx="1007225" cy="1219525"/>
            </a:xfrm>
            <a:custGeom>
              <a:avLst/>
              <a:gdLst/>
              <a:ahLst/>
              <a:cxnLst/>
              <a:rect l="l" t="t" r="r" b="b"/>
              <a:pathLst>
                <a:path w="40289" h="48781" extrusionOk="0">
                  <a:moveTo>
                    <a:pt x="39598" y="1"/>
                  </a:moveTo>
                  <a:lnTo>
                    <a:pt x="1" y="47945"/>
                  </a:lnTo>
                  <a:lnTo>
                    <a:pt x="1" y="48781"/>
                  </a:lnTo>
                  <a:lnTo>
                    <a:pt x="4028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8"/>
            <p:cNvSpPr/>
            <p:nvPr/>
          </p:nvSpPr>
          <p:spPr>
            <a:xfrm>
              <a:off x="1582450" y="1413850"/>
              <a:ext cx="1055700" cy="1278300"/>
            </a:xfrm>
            <a:custGeom>
              <a:avLst/>
              <a:gdLst/>
              <a:ahLst/>
              <a:cxnLst/>
              <a:rect l="l" t="t" r="r" b="b"/>
              <a:pathLst>
                <a:path w="42228" h="51132" extrusionOk="0">
                  <a:moveTo>
                    <a:pt x="41548" y="1"/>
                  </a:moveTo>
                  <a:lnTo>
                    <a:pt x="1" y="50297"/>
                  </a:lnTo>
                  <a:lnTo>
                    <a:pt x="1" y="51132"/>
                  </a:lnTo>
                  <a:lnTo>
                    <a:pt x="4222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8"/>
            <p:cNvSpPr/>
            <p:nvPr/>
          </p:nvSpPr>
          <p:spPr>
            <a:xfrm>
              <a:off x="1582450" y="1413850"/>
              <a:ext cx="1104450" cy="1337100"/>
            </a:xfrm>
            <a:custGeom>
              <a:avLst/>
              <a:gdLst/>
              <a:ahLst/>
              <a:cxnLst/>
              <a:rect l="l" t="t" r="r" b="b"/>
              <a:pathLst>
                <a:path w="44178" h="53484" extrusionOk="0">
                  <a:moveTo>
                    <a:pt x="43487" y="1"/>
                  </a:moveTo>
                  <a:lnTo>
                    <a:pt x="1" y="52659"/>
                  </a:lnTo>
                  <a:lnTo>
                    <a:pt x="1" y="53484"/>
                  </a:lnTo>
                  <a:lnTo>
                    <a:pt x="4417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8"/>
            <p:cNvSpPr/>
            <p:nvPr/>
          </p:nvSpPr>
          <p:spPr>
            <a:xfrm>
              <a:off x="1582450" y="1413850"/>
              <a:ext cx="1152925" cy="1395875"/>
            </a:xfrm>
            <a:custGeom>
              <a:avLst/>
              <a:gdLst/>
              <a:ahLst/>
              <a:cxnLst/>
              <a:rect l="l" t="t" r="r" b="b"/>
              <a:pathLst>
                <a:path w="46117" h="55835" extrusionOk="0">
                  <a:moveTo>
                    <a:pt x="45437" y="1"/>
                  </a:moveTo>
                  <a:lnTo>
                    <a:pt x="1" y="55010"/>
                  </a:lnTo>
                  <a:lnTo>
                    <a:pt x="1" y="55835"/>
                  </a:lnTo>
                  <a:lnTo>
                    <a:pt x="461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8"/>
            <p:cNvSpPr/>
            <p:nvPr/>
          </p:nvSpPr>
          <p:spPr>
            <a:xfrm>
              <a:off x="1582450" y="1413850"/>
              <a:ext cx="1201700" cy="1454675"/>
            </a:xfrm>
            <a:custGeom>
              <a:avLst/>
              <a:gdLst/>
              <a:ahLst/>
              <a:cxnLst/>
              <a:rect l="l" t="t" r="r" b="b"/>
              <a:pathLst>
                <a:path w="48068" h="58187" extrusionOk="0">
                  <a:moveTo>
                    <a:pt x="47377" y="1"/>
                  </a:moveTo>
                  <a:lnTo>
                    <a:pt x="1" y="57362"/>
                  </a:lnTo>
                  <a:lnTo>
                    <a:pt x="1" y="58187"/>
                  </a:lnTo>
                  <a:lnTo>
                    <a:pt x="4806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8"/>
            <p:cNvSpPr/>
            <p:nvPr/>
          </p:nvSpPr>
          <p:spPr>
            <a:xfrm>
              <a:off x="1582450" y="1413850"/>
              <a:ext cx="1250175" cy="1513750"/>
            </a:xfrm>
            <a:custGeom>
              <a:avLst/>
              <a:gdLst/>
              <a:ahLst/>
              <a:cxnLst/>
              <a:rect l="l" t="t" r="r" b="b"/>
              <a:pathLst>
                <a:path w="50007" h="60550" extrusionOk="0">
                  <a:moveTo>
                    <a:pt x="49326" y="1"/>
                  </a:moveTo>
                  <a:lnTo>
                    <a:pt x="1" y="59713"/>
                  </a:lnTo>
                  <a:lnTo>
                    <a:pt x="1" y="60550"/>
                  </a:lnTo>
                  <a:lnTo>
                    <a:pt x="5000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8"/>
            <p:cNvSpPr/>
            <p:nvPr/>
          </p:nvSpPr>
          <p:spPr>
            <a:xfrm>
              <a:off x="1582450" y="1413850"/>
              <a:ext cx="1298650" cy="1572525"/>
            </a:xfrm>
            <a:custGeom>
              <a:avLst/>
              <a:gdLst/>
              <a:ahLst/>
              <a:cxnLst/>
              <a:rect l="l" t="t" r="r" b="b"/>
              <a:pathLst>
                <a:path w="51946" h="62901" extrusionOk="0">
                  <a:moveTo>
                    <a:pt x="51266" y="1"/>
                  </a:moveTo>
                  <a:lnTo>
                    <a:pt x="1" y="62065"/>
                  </a:lnTo>
                  <a:lnTo>
                    <a:pt x="1" y="62901"/>
                  </a:lnTo>
                  <a:lnTo>
                    <a:pt x="5194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8"/>
            <p:cNvSpPr/>
            <p:nvPr/>
          </p:nvSpPr>
          <p:spPr>
            <a:xfrm>
              <a:off x="1582450" y="1413850"/>
              <a:ext cx="1347400" cy="1631325"/>
            </a:xfrm>
            <a:custGeom>
              <a:avLst/>
              <a:gdLst/>
              <a:ahLst/>
              <a:cxnLst/>
              <a:rect l="l" t="t" r="r" b="b"/>
              <a:pathLst>
                <a:path w="53896" h="65253" extrusionOk="0">
                  <a:moveTo>
                    <a:pt x="53205" y="1"/>
                  </a:moveTo>
                  <a:lnTo>
                    <a:pt x="1" y="64416"/>
                  </a:lnTo>
                  <a:lnTo>
                    <a:pt x="1" y="65253"/>
                  </a:lnTo>
                  <a:lnTo>
                    <a:pt x="5389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8"/>
            <p:cNvSpPr/>
            <p:nvPr/>
          </p:nvSpPr>
          <p:spPr>
            <a:xfrm>
              <a:off x="1582450" y="1413850"/>
              <a:ext cx="1395875" cy="1690100"/>
            </a:xfrm>
            <a:custGeom>
              <a:avLst/>
              <a:gdLst/>
              <a:ahLst/>
              <a:cxnLst/>
              <a:rect l="l" t="t" r="r" b="b"/>
              <a:pathLst>
                <a:path w="55835" h="67604" extrusionOk="0">
                  <a:moveTo>
                    <a:pt x="55155" y="1"/>
                  </a:moveTo>
                  <a:lnTo>
                    <a:pt x="1" y="66779"/>
                  </a:lnTo>
                  <a:lnTo>
                    <a:pt x="1" y="67604"/>
                  </a:lnTo>
                  <a:lnTo>
                    <a:pt x="558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8"/>
            <p:cNvSpPr/>
            <p:nvPr/>
          </p:nvSpPr>
          <p:spPr>
            <a:xfrm>
              <a:off x="1582450" y="1413850"/>
              <a:ext cx="1444650" cy="1748900"/>
            </a:xfrm>
            <a:custGeom>
              <a:avLst/>
              <a:gdLst/>
              <a:ahLst/>
              <a:cxnLst/>
              <a:rect l="l" t="t" r="r" b="b"/>
              <a:pathLst>
                <a:path w="57786" h="69956" extrusionOk="0">
                  <a:moveTo>
                    <a:pt x="57095" y="1"/>
                  </a:moveTo>
                  <a:lnTo>
                    <a:pt x="1" y="69131"/>
                  </a:lnTo>
                  <a:lnTo>
                    <a:pt x="1" y="69955"/>
                  </a:lnTo>
                  <a:lnTo>
                    <a:pt x="577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8"/>
            <p:cNvSpPr/>
            <p:nvPr/>
          </p:nvSpPr>
          <p:spPr>
            <a:xfrm>
              <a:off x="1582450" y="1413850"/>
              <a:ext cx="1493125" cy="1807675"/>
            </a:xfrm>
            <a:custGeom>
              <a:avLst/>
              <a:gdLst/>
              <a:ahLst/>
              <a:cxnLst/>
              <a:rect l="l" t="t" r="r" b="b"/>
              <a:pathLst>
                <a:path w="59725" h="72307" extrusionOk="0">
                  <a:moveTo>
                    <a:pt x="59044" y="1"/>
                  </a:moveTo>
                  <a:lnTo>
                    <a:pt x="1" y="71482"/>
                  </a:lnTo>
                  <a:lnTo>
                    <a:pt x="1" y="72307"/>
                  </a:lnTo>
                  <a:lnTo>
                    <a:pt x="597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8"/>
            <p:cNvSpPr/>
            <p:nvPr/>
          </p:nvSpPr>
          <p:spPr>
            <a:xfrm>
              <a:off x="1582450" y="1413850"/>
              <a:ext cx="1541600" cy="1857550"/>
            </a:xfrm>
            <a:custGeom>
              <a:avLst/>
              <a:gdLst/>
              <a:ahLst/>
              <a:cxnLst/>
              <a:rect l="l" t="t" r="r" b="b"/>
              <a:pathLst>
                <a:path w="61664" h="74302" extrusionOk="0">
                  <a:moveTo>
                    <a:pt x="60984" y="1"/>
                  </a:moveTo>
                  <a:lnTo>
                    <a:pt x="1" y="73834"/>
                  </a:lnTo>
                  <a:lnTo>
                    <a:pt x="1" y="74302"/>
                  </a:lnTo>
                  <a:lnTo>
                    <a:pt x="302" y="74302"/>
                  </a:lnTo>
                  <a:lnTo>
                    <a:pt x="616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8"/>
            <p:cNvSpPr/>
            <p:nvPr/>
          </p:nvSpPr>
          <p:spPr>
            <a:xfrm>
              <a:off x="16214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8"/>
            <p:cNvSpPr/>
            <p:nvPr/>
          </p:nvSpPr>
          <p:spPr>
            <a:xfrm>
              <a:off x="16702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8"/>
            <p:cNvSpPr/>
            <p:nvPr/>
          </p:nvSpPr>
          <p:spPr>
            <a:xfrm>
              <a:off x="17187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8"/>
            <p:cNvSpPr/>
            <p:nvPr/>
          </p:nvSpPr>
          <p:spPr>
            <a:xfrm>
              <a:off x="176720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8"/>
            <p:cNvSpPr/>
            <p:nvPr/>
          </p:nvSpPr>
          <p:spPr>
            <a:xfrm>
              <a:off x="1815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8"/>
            <p:cNvSpPr/>
            <p:nvPr/>
          </p:nvSpPr>
          <p:spPr>
            <a:xfrm>
              <a:off x="18644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8"/>
            <p:cNvSpPr/>
            <p:nvPr/>
          </p:nvSpPr>
          <p:spPr>
            <a:xfrm>
              <a:off x="19131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8"/>
            <p:cNvSpPr/>
            <p:nvPr/>
          </p:nvSpPr>
          <p:spPr>
            <a:xfrm>
              <a:off x="19616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8"/>
            <p:cNvSpPr/>
            <p:nvPr/>
          </p:nvSpPr>
          <p:spPr>
            <a:xfrm>
              <a:off x="201015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8"/>
            <p:cNvSpPr/>
            <p:nvPr/>
          </p:nvSpPr>
          <p:spPr>
            <a:xfrm>
              <a:off x="20588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8"/>
            <p:cNvSpPr/>
            <p:nvPr/>
          </p:nvSpPr>
          <p:spPr>
            <a:xfrm>
              <a:off x="21073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8"/>
            <p:cNvSpPr/>
            <p:nvPr/>
          </p:nvSpPr>
          <p:spPr>
            <a:xfrm>
              <a:off x="21561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8"/>
            <p:cNvSpPr/>
            <p:nvPr/>
          </p:nvSpPr>
          <p:spPr>
            <a:xfrm>
              <a:off x="22046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8"/>
            <p:cNvSpPr/>
            <p:nvPr/>
          </p:nvSpPr>
          <p:spPr>
            <a:xfrm>
              <a:off x="22533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8"/>
            <p:cNvSpPr/>
            <p:nvPr/>
          </p:nvSpPr>
          <p:spPr>
            <a:xfrm>
              <a:off x="23018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8"/>
            <p:cNvSpPr/>
            <p:nvPr/>
          </p:nvSpPr>
          <p:spPr>
            <a:xfrm>
              <a:off x="23503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8"/>
            <p:cNvSpPr/>
            <p:nvPr/>
          </p:nvSpPr>
          <p:spPr>
            <a:xfrm>
              <a:off x="23990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8"/>
            <p:cNvSpPr/>
            <p:nvPr/>
          </p:nvSpPr>
          <p:spPr>
            <a:xfrm>
              <a:off x="24475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8"/>
            <p:cNvSpPr/>
            <p:nvPr/>
          </p:nvSpPr>
          <p:spPr>
            <a:xfrm>
              <a:off x="24963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8"/>
            <p:cNvSpPr/>
            <p:nvPr/>
          </p:nvSpPr>
          <p:spPr>
            <a:xfrm>
              <a:off x="25447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8"/>
            <p:cNvSpPr/>
            <p:nvPr/>
          </p:nvSpPr>
          <p:spPr>
            <a:xfrm>
              <a:off x="25932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8"/>
            <p:cNvSpPr/>
            <p:nvPr/>
          </p:nvSpPr>
          <p:spPr>
            <a:xfrm>
              <a:off x="26420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8"/>
            <p:cNvSpPr/>
            <p:nvPr/>
          </p:nvSpPr>
          <p:spPr>
            <a:xfrm>
              <a:off x="26905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8"/>
            <p:cNvSpPr/>
            <p:nvPr/>
          </p:nvSpPr>
          <p:spPr>
            <a:xfrm>
              <a:off x="27392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8"/>
            <p:cNvSpPr/>
            <p:nvPr/>
          </p:nvSpPr>
          <p:spPr>
            <a:xfrm>
              <a:off x="27877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8"/>
            <p:cNvSpPr/>
            <p:nvPr/>
          </p:nvSpPr>
          <p:spPr>
            <a:xfrm>
              <a:off x="28362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8"/>
            <p:cNvSpPr/>
            <p:nvPr/>
          </p:nvSpPr>
          <p:spPr>
            <a:xfrm>
              <a:off x="28849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8"/>
            <p:cNvSpPr/>
            <p:nvPr/>
          </p:nvSpPr>
          <p:spPr>
            <a:xfrm>
              <a:off x="29334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8"/>
            <p:cNvSpPr/>
            <p:nvPr/>
          </p:nvSpPr>
          <p:spPr>
            <a:xfrm>
              <a:off x="29822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8"/>
            <p:cNvSpPr/>
            <p:nvPr/>
          </p:nvSpPr>
          <p:spPr>
            <a:xfrm>
              <a:off x="30306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8"/>
            <p:cNvSpPr/>
            <p:nvPr/>
          </p:nvSpPr>
          <p:spPr>
            <a:xfrm>
              <a:off x="307945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8"/>
            <p:cNvSpPr/>
            <p:nvPr/>
          </p:nvSpPr>
          <p:spPr>
            <a:xfrm>
              <a:off x="3127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8"/>
            <p:cNvSpPr/>
            <p:nvPr/>
          </p:nvSpPr>
          <p:spPr>
            <a:xfrm>
              <a:off x="31764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7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8"/>
            <p:cNvSpPr/>
            <p:nvPr/>
          </p:nvSpPr>
          <p:spPr>
            <a:xfrm>
              <a:off x="32251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8"/>
            <p:cNvSpPr/>
            <p:nvPr/>
          </p:nvSpPr>
          <p:spPr>
            <a:xfrm>
              <a:off x="32736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8"/>
            <p:cNvSpPr/>
            <p:nvPr/>
          </p:nvSpPr>
          <p:spPr>
            <a:xfrm>
              <a:off x="332240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8"/>
            <p:cNvSpPr/>
            <p:nvPr/>
          </p:nvSpPr>
          <p:spPr>
            <a:xfrm>
              <a:off x="3370875" y="1439500"/>
              <a:ext cx="1512900" cy="1831900"/>
            </a:xfrm>
            <a:custGeom>
              <a:avLst/>
              <a:gdLst/>
              <a:ahLst/>
              <a:cxnLst/>
              <a:rect l="l" t="t" r="r" b="b"/>
              <a:pathLst>
                <a:path w="60516" h="73276" extrusionOk="0">
                  <a:moveTo>
                    <a:pt x="60515" y="0"/>
                  </a:moveTo>
                  <a:lnTo>
                    <a:pt x="1" y="73276"/>
                  </a:lnTo>
                  <a:lnTo>
                    <a:pt x="692" y="73276"/>
                  </a:lnTo>
                  <a:lnTo>
                    <a:pt x="60515" y="825"/>
                  </a:lnTo>
                  <a:lnTo>
                    <a:pt x="60515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8"/>
            <p:cNvSpPr/>
            <p:nvPr/>
          </p:nvSpPr>
          <p:spPr>
            <a:xfrm>
              <a:off x="3419350" y="1498300"/>
              <a:ext cx="1464425" cy="1773100"/>
            </a:xfrm>
            <a:custGeom>
              <a:avLst/>
              <a:gdLst/>
              <a:ahLst/>
              <a:cxnLst/>
              <a:rect l="l" t="t" r="r" b="b"/>
              <a:pathLst>
                <a:path w="58577" h="70924" extrusionOk="0">
                  <a:moveTo>
                    <a:pt x="58576" y="0"/>
                  </a:moveTo>
                  <a:lnTo>
                    <a:pt x="1" y="70924"/>
                  </a:lnTo>
                  <a:lnTo>
                    <a:pt x="692" y="70924"/>
                  </a:lnTo>
                  <a:lnTo>
                    <a:pt x="58576" y="825"/>
                  </a:lnTo>
                  <a:lnTo>
                    <a:pt x="5857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8"/>
            <p:cNvSpPr/>
            <p:nvPr/>
          </p:nvSpPr>
          <p:spPr>
            <a:xfrm>
              <a:off x="3468100" y="1557075"/>
              <a:ext cx="1415675" cy="1714325"/>
            </a:xfrm>
            <a:custGeom>
              <a:avLst/>
              <a:gdLst/>
              <a:ahLst/>
              <a:cxnLst/>
              <a:rect l="l" t="t" r="r" b="b"/>
              <a:pathLst>
                <a:path w="56627" h="68573" extrusionOk="0">
                  <a:moveTo>
                    <a:pt x="56626" y="0"/>
                  </a:moveTo>
                  <a:lnTo>
                    <a:pt x="1" y="68573"/>
                  </a:lnTo>
                  <a:lnTo>
                    <a:pt x="681" y="68573"/>
                  </a:lnTo>
                  <a:lnTo>
                    <a:pt x="56626" y="836"/>
                  </a:lnTo>
                  <a:lnTo>
                    <a:pt x="5662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8"/>
            <p:cNvSpPr/>
            <p:nvPr/>
          </p:nvSpPr>
          <p:spPr>
            <a:xfrm>
              <a:off x="3516575" y="1615875"/>
              <a:ext cx="1367200" cy="1655525"/>
            </a:xfrm>
            <a:custGeom>
              <a:avLst/>
              <a:gdLst/>
              <a:ahLst/>
              <a:cxnLst/>
              <a:rect l="l" t="t" r="r" b="b"/>
              <a:pathLst>
                <a:path w="54688" h="66221" extrusionOk="0">
                  <a:moveTo>
                    <a:pt x="54687" y="0"/>
                  </a:moveTo>
                  <a:lnTo>
                    <a:pt x="1" y="66221"/>
                  </a:lnTo>
                  <a:lnTo>
                    <a:pt x="692" y="66221"/>
                  </a:lnTo>
                  <a:lnTo>
                    <a:pt x="54687" y="836"/>
                  </a:lnTo>
                  <a:lnTo>
                    <a:pt x="5468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8"/>
            <p:cNvSpPr/>
            <p:nvPr/>
          </p:nvSpPr>
          <p:spPr>
            <a:xfrm>
              <a:off x="3565350" y="1674650"/>
              <a:ext cx="1318425" cy="1596750"/>
            </a:xfrm>
            <a:custGeom>
              <a:avLst/>
              <a:gdLst/>
              <a:ahLst/>
              <a:cxnLst/>
              <a:rect l="l" t="t" r="r" b="b"/>
              <a:pathLst>
                <a:path w="52737" h="63870" extrusionOk="0">
                  <a:moveTo>
                    <a:pt x="52736" y="0"/>
                  </a:moveTo>
                  <a:lnTo>
                    <a:pt x="1" y="63870"/>
                  </a:lnTo>
                  <a:lnTo>
                    <a:pt x="680" y="63870"/>
                  </a:lnTo>
                  <a:lnTo>
                    <a:pt x="52736" y="836"/>
                  </a:lnTo>
                  <a:lnTo>
                    <a:pt x="5273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8"/>
            <p:cNvSpPr/>
            <p:nvPr/>
          </p:nvSpPr>
          <p:spPr>
            <a:xfrm>
              <a:off x="3613825" y="1733700"/>
              <a:ext cx="1269950" cy="1537700"/>
            </a:xfrm>
            <a:custGeom>
              <a:avLst/>
              <a:gdLst/>
              <a:ahLst/>
              <a:cxnLst/>
              <a:rect l="l" t="t" r="r" b="b"/>
              <a:pathLst>
                <a:path w="50798" h="61508" extrusionOk="0">
                  <a:moveTo>
                    <a:pt x="50797" y="1"/>
                  </a:moveTo>
                  <a:lnTo>
                    <a:pt x="1" y="61508"/>
                  </a:lnTo>
                  <a:lnTo>
                    <a:pt x="692" y="61508"/>
                  </a:lnTo>
                  <a:lnTo>
                    <a:pt x="50797" y="825"/>
                  </a:lnTo>
                  <a:lnTo>
                    <a:pt x="5079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8"/>
            <p:cNvSpPr/>
            <p:nvPr/>
          </p:nvSpPr>
          <p:spPr>
            <a:xfrm>
              <a:off x="3662300" y="1792500"/>
              <a:ext cx="1221475" cy="1478900"/>
            </a:xfrm>
            <a:custGeom>
              <a:avLst/>
              <a:gdLst/>
              <a:ahLst/>
              <a:cxnLst/>
              <a:rect l="l" t="t" r="r" b="b"/>
              <a:pathLst>
                <a:path w="48859" h="59156" extrusionOk="0">
                  <a:moveTo>
                    <a:pt x="48858" y="1"/>
                  </a:moveTo>
                  <a:lnTo>
                    <a:pt x="1" y="59156"/>
                  </a:lnTo>
                  <a:lnTo>
                    <a:pt x="692" y="59156"/>
                  </a:lnTo>
                  <a:lnTo>
                    <a:pt x="48858" y="825"/>
                  </a:lnTo>
                  <a:lnTo>
                    <a:pt x="4885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8"/>
            <p:cNvSpPr/>
            <p:nvPr/>
          </p:nvSpPr>
          <p:spPr>
            <a:xfrm>
              <a:off x="3711050" y="1851275"/>
              <a:ext cx="1172725" cy="1420125"/>
            </a:xfrm>
            <a:custGeom>
              <a:avLst/>
              <a:gdLst/>
              <a:ahLst/>
              <a:cxnLst/>
              <a:rect l="l" t="t" r="r" b="b"/>
              <a:pathLst>
                <a:path w="46909" h="56805" extrusionOk="0">
                  <a:moveTo>
                    <a:pt x="46908" y="1"/>
                  </a:moveTo>
                  <a:lnTo>
                    <a:pt x="1" y="56805"/>
                  </a:lnTo>
                  <a:lnTo>
                    <a:pt x="681" y="56805"/>
                  </a:lnTo>
                  <a:lnTo>
                    <a:pt x="46908" y="825"/>
                  </a:lnTo>
                  <a:lnTo>
                    <a:pt x="4690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8"/>
            <p:cNvSpPr/>
            <p:nvPr/>
          </p:nvSpPr>
          <p:spPr>
            <a:xfrm>
              <a:off x="3759525" y="1910075"/>
              <a:ext cx="1124250" cy="1361325"/>
            </a:xfrm>
            <a:custGeom>
              <a:avLst/>
              <a:gdLst/>
              <a:ahLst/>
              <a:cxnLst/>
              <a:rect l="l" t="t" r="r" b="b"/>
              <a:pathLst>
                <a:path w="44970" h="54453" extrusionOk="0">
                  <a:moveTo>
                    <a:pt x="44969" y="1"/>
                  </a:moveTo>
                  <a:lnTo>
                    <a:pt x="1" y="54453"/>
                  </a:lnTo>
                  <a:lnTo>
                    <a:pt x="692" y="54453"/>
                  </a:lnTo>
                  <a:lnTo>
                    <a:pt x="44969" y="836"/>
                  </a:lnTo>
                  <a:lnTo>
                    <a:pt x="4496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8"/>
            <p:cNvSpPr/>
            <p:nvPr/>
          </p:nvSpPr>
          <p:spPr>
            <a:xfrm>
              <a:off x="3808300" y="1968850"/>
              <a:ext cx="1075475" cy="1302550"/>
            </a:xfrm>
            <a:custGeom>
              <a:avLst/>
              <a:gdLst/>
              <a:ahLst/>
              <a:cxnLst/>
              <a:rect l="l" t="t" r="r" b="b"/>
              <a:pathLst>
                <a:path w="43019" h="52102" extrusionOk="0">
                  <a:moveTo>
                    <a:pt x="43018" y="1"/>
                  </a:moveTo>
                  <a:lnTo>
                    <a:pt x="1" y="52102"/>
                  </a:lnTo>
                  <a:lnTo>
                    <a:pt x="680" y="52102"/>
                  </a:lnTo>
                  <a:lnTo>
                    <a:pt x="43018" y="837"/>
                  </a:lnTo>
                  <a:lnTo>
                    <a:pt x="4301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8"/>
            <p:cNvSpPr/>
            <p:nvPr/>
          </p:nvSpPr>
          <p:spPr>
            <a:xfrm>
              <a:off x="3856775" y="2027650"/>
              <a:ext cx="1027000" cy="1243750"/>
            </a:xfrm>
            <a:custGeom>
              <a:avLst/>
              <a:gdLst/>
              <a:ahLst/>
              <a:cxnLst/>
              <a:rect l="l" t="t" r="r" b="b"/>
              <a:pathLst>
                <a:path w="41080" h="49750" extrusionOk="0">
                  <a:moveTo>
                    <a:pt x="41079" y="1"/>
                  </a:moveTo>
                  <a:lnTo>
                    <a:pt x="1" y="49750"/>
                  </a:lnTo>
                  <a:lnTo>
                    <a:pt x="692" y="49750"/>
                  </a:lnTo>
                  <a:lnTo>
                    <a:pt x="41079" y="836"/>
                  </a:lnTo>
                  <a:lnTo>
                    <a:pt x="4107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8"/>
            <p:cNvSpPr/>
            <p:nvPr/>
          </p:nvSpPr>
          <p:spPr>
            <a:xfrm>
              <a:off x="3905525" y="2086725"/>
              <a:ext cx="978250" cy="1184675"/>
            </a:xfrm>
            <a:custGeom>
              <a:avLst/>
              <a:gdLst/>
              <a:ahLst/>
              <a:cxnLst/>
              <a:rect l="l" t="t" r="r" b="b"/>
              <a:pathLst>
                <a:path w="39130" h="47387" extrusionOk="0">
                  <a:moveTo>
                    <a:pt x="39129" y="0"/>
                  </a:moveTo>
                  <a:lnTo>
                    <a:pt x="1" y="47387"/>
                  </a:lnTo>
                  <a:lnTo>
                    <a:pt x="681" y="47387"/>
                  </a:lnTo>
                  <a:lnTo>
                    <a:pt x="39129" y="825"/>
                  </a:lnTo>
                  <a:lnTo>
                    <a:pt x="39129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8"/>
            <p:cNvSpPr/>
            <p:nvPr/>
          </p:nvSpPr>
          <p:spPr>
            <a:xfrm>
              <a:off x="3954000" y="2145500"/>
              <a:ext cx="929775" cy="1125900"/>
            </a:xfrm>
            <a:custGeom>
              <a:avLst/>
              <a:gdLst/>
              <a:ahLst/>
              <a:cxnLst/>
              <a:rect l="l" t="t" r="r" b="b"/>
              <a:pathLst>
                <a:path w="37191" h="45036" extrusionOk="0">
                  <a:moveTo>
                    <a:pt x="37190" y="0"/>
                  </a:moveTo>
                  <a:lnTo>
                    <a:pt x="1" y="45036"/>
                  </a:lnTo>
                  <a:lnTo>
                    <a:pt x="681" y="45036"/>
                  </a:lnTo>
                  <a:lnTo>
                    <a:pt x="37190" y="825"/>
                  </a:lnTo>
                  <a:lnTo>
                    <a:pt x="3719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8"/>
            <p:cNvSpPr/>
            <p:nvPr/>
          </p:nvSpPr>
          <p:spPr>
            <a:xfrm>
              <a:off x="4002475" y="2204300"/>
              <a:ext cx="881300" cy="1067100"/>
            </a:xfrm>
            <a:custGeom>
              <a:avLst/>
              <a:gdLst/>
              <a:ahLst/>
              <a:cxnLst/>
              <a:rect l="l" t="t" r="r" b="b"/>
              <a:pathLst>
                <a:path w="35252" h="42684" extrusionOk="0">
                  <a:moveTo>
                    <a:pt x="35251" y="0"/>
                  </a:moveTo>
                  <a:lnTo>
                    <a:pt x="1" y="42684"/>
                  </a:lnTo>
                  <a:lnTo>
                    <a:pt x="692" y="42684"/>
                  </a:lnTo>
                  <a:lnTo>
                    <a:pt x="35251" y="825"/>
                  </a:lnTo>
                  <a:lnTo>
                    <a:pt x="3525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8"/>
            <p:cNvSpPr/>
            <p:nvPr/>
          </p:nvSpPr>
          <p:spPr>
            <a:xfrm>
              <a:off x="4051250" y="2263075"/>
              <a:ext cx="832525" cy="1008325"/>
            </a:xfrm>
            <a:custGeom>
              <a:avLst/>
              <a:gdLst/>
              <a:ahLst/>
              <a:cxnLst/>
              <a:rect l="l" t="t" r="r" b="b"/>
              <a:pathLst>
                <a:path w="33301" h="40333" extrusionOk="0">
                  <a:moveTo>
                    <a:pt x="33300" y="0"/>
                  </a:moveTo>
                  <a:lnTo>
                    <a:pt x="1" y="40333"/>
                  </a:lnTo>
                  <a:lnTo>
                    <a:pt x="680" y="40333"/>
                  </a:lnTo>
                  <a:lnTo>
                    <a:pt x="33300" y="837"/>
                  </a:lnTo>
                  <a:lnTo>
                    <a:pt x="3330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8"/>
            <p:cNvSpPr/>
            <p:nvPr/>
          </p:nvSpPr>
          <p:spPr>
            <a:xfrm>
              <a:off x="4099725" y="2321875"/>
              <a:ext cx="784050" cy="949525"/>
            </a:xfrm>
            <a:custGeom>
              <a:avLst/>
              <a:gdLst/>
              <a:ahLst/>
              <a:cxnLst/>
              <a:rect l="l" t="t" r="r" b="b"/>
              <a:pathLst>
                <a:path w="31362" h="37981" extrusionOk="0">
                  <a:moveTo>
                    <a:pt x="31361" y="0"/>
                  </a:moveTo>
                  <a:lnTo>
                    <a:pt x="1" y="37981"/>
                  </a:lnTo>
                  <a:lnTo>
                    <a:pt x="692" y="37981"/>
                  </a:lnTo>
                  <a:lnTo>
                    <a:pt x="31361" y="836"/>
                  </a:lnTo>
                  <a:lnTo>
                    <a:pt x="3136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8"/>
            <p:cNvSpPr/>
            <p:nvPr/>
          </p:nvSpPr>
          <p:spPr>
            <a:xfrm>
              <a:off x="4148475" y="2380650"/>
              <a:ext cx="735300" cy="890750"/>
            </a:xfrm>
            <a:custGeom>
              <a:avLst/>
              <a:gdLst/>
              <a:ahLst/>
              <a:cxnLst/>
              <a:rect l="l" t="t" r="r" b="b"/>
              <a:pathLst>
                <a:path w="29412" h="35630" extrusionOk="0">
                  <a:moveTo>
                    <a:pt x="29411" y="0"/>
                  </a:moveTo>
                  <a:lnTo>
                    <a:pt x="1" y="35630"/>
                  </a:lnTo>
                  <a:lnTo>
                    <a:pt x="681" y="35630"/>
                  </a:lnTo>
                  <a:lnTo>
                    <a:pt x="29411" y="837"/>
                  </a:lnTo>
                  <a:lnTo>
                    <a:pt x="2941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8"/>
            <p:cNvSpPr/>
            <p:nvPr/>
          </p:nvSpPr>
          <p:spPr>
            <a:xfrm>
              <a:off x="4196950" y="2439725"/>
              <a:ext cx="686825" cy="831675"/>
            </a:xfrm>
            <a:custGeom>
              <a:avLst/>
              <a:gdLst/>
              <a:ahLst/>
              <a:cxnLst/>
              <a:rect l="l" t="t" r="r" b="b"/>
              <a:pathLst>
                <a:path w="27473" h="33267" extrusionOk="0">
                  <a:moveTo>
                    <a:pt x="27472" y="0"/>
                  </a:moveTo>
                  <a:lnTo>
                    <a:pt x="1" y="33267"/>
                  </a:lnTo>
                  <a:lnTo>
                    <a:pt x="681" y="33267"/>
                  </a:lnTo>
                  <a:lnTo>
                    <a:pt x="27472" y="825"/>
                  </a:lnTo>
                  <a:lnTo>
                    <a:pt x="2747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8"/>
            <p:cNvSpPr/>
            <p:nvPr/>
          </p:nvSpPr>
          <p:spPr>
            <a:xfrm>
              <a:off x="4245425" y="2498500"/>
              <a:ext cx="638350" cy="772900"/>
            </a:xfrm>
            <a:custGeom>
              <a:avLst/>
              <a:gdLst/>
              <a:ahLst/>
              <a:cxnLst/>
              <a:rect l="l" t="t" r="r" b="b"/>
              <a:pathLst>
                <a:path w="25534" h="30916" extrusionOk="0">
                  <a:moveTo>
                    <a:pt x="25533" y="1"/>
                  </a:moveTo>
                  <a:lnTo>
                    <a:pt x="1" y="30916"/>
                  </a:lnTo>
                  <a:lnTo>
                    <a:pt x="692" y="30916"/>
                  </a:lnTo>
                  <a:lnTo>
                    <a:pt x="25533" y="826"/>
                  </a:lnTo>
                  <a:lnTo>
                    <a:pt x="2553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8"/>
            <p:cNvSpPr/>
            <p:nvPr/>
          </p:nvSpPr>
          <p:spPr>
            <a:xfrm>
              <a:off x="4294200" y="2557300"/>
              <a:ext cx="589575" cy="714100"/>
            </a:xfrm>
            <a:custGeom>
              <a:avLst/>
              <a:gdLst/>
              <a:ahLst/>
              <a:cxnLst/>
              <a:rect l="l" t="t" r="r" b="b"/>
              <a:pathLst>
                <a:path w="23583" h="28564" extrusionOk="0">
                  <a:moveTo>
                    <a:pt x="23582" y="0"/>
                  </a:moveTo>
                  <a:lnTo>
                    <a:pt x="1" y="28564"/>
                  </a:lnTo>
                  <a:lnTo>
                    <a:pt x="680" y="28564"/>
                  </a:lnTo>
                  <a:lnTo>
                    <a:pt x="23582" y="825"/>
                  </a:lnTo>
                  <a:lnTo>
                    <a:pt x="2358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8"/>
            <p:cNvSpPr/>
            <p:nvPr/>
          </p:nvSpPr>
          <p:spPr>
            <a:xfrm>
              <a:off x="4342675" y="2616075"/>
              <a:ext cx="541100" cy="655325"/>
            </a:xfrm>
            <a:custGeom>
              <a:avLst/>
              <a:gdLst/>
              <a:ahLst/>
              <a:cxnLst/>
              <a:rect l="l" t="t" r="r" b="b"/>
              <a:pathLst>
                <a:path w="21644" h="26213" extrusionOk="0">
                  <a:moveTo>
                    <a:pt x="21643" y="1"/>
                  </a:moveTo>
                  <a:lnTo>
                    <a:pt x="1" y="26213"/>
                  </a:lnTo>
                  <a:lnTo>
                    <a:pt x="692" y="26213"/>
                  </a:lnTo>
                  <a:lnTo>
                    <a:pt x="21643" y="826"/>
                  </a:lnTo>
                  <a:lnTo>
                    <a:pt x="216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8"/>
            <p:cNvSpPr/>
            <p:nvPr/>
          </p:nvSpPr>
          <p:spPr>
            <a:xfrm>
              <a:off x="4391425" y="2674850"/>
              <a:ext cx="492350" cy="596550"/>
            </a:xfrm>
            <a:custGeom>
              <a:avLst/>
              <a:gdLst/>
              <a:ahLst/>
              <a:cxnLst/>
              <a:rect l="l" t="t" r="r" b="b"/>
              <a:pathLst>
                <a:path w="19694" h="23862" extrusionOk="0">
                  <a:moveTo>
                    <a:pt x="19693" y="1"/>
                  </a:moveTo>
                  <a:lnTo>
                    <a:pt x="1" y="23862"/>
                  </a:lnTo>
                  <a:lnTo>
                    <a:pt x="681" y="23862"/>
                  </a:lnTo>
                  <a:lnTo>
                    <a:pt x="19693" y="837"/>
                  </a:lnTo>
                  <a:lnTo>
                    <a:pt x="1969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8"/>
            <p:cNvSpPr/>
            <p:nvPr/>
          </p:nvSpPr>
          <p:spPr>
            <a:xfrm>
              <a:off x="4439900" y="2733650"/>
              <a:ext cx="443875" cy="537750"/>
            </a:xfrm>
            <a:custGeom>
              <a:avLst/>
              <a:gdLst/>
              <a:ahLst/>
              <a:cxnLst/>
              <a:rect l="l" t="t" r="r" b="b"/>
              <a:pathLst>
                <a:path w="17755" h="21510" extrusionOk="0">
                  <a:moveTo>
                    <a:pt x="17754" y="1"/>
                  </a:moveTo>
                  <a:lnTo>
                    <a:pt x="1" y="21510"/>
                  </a:lnTo>
                  <a:lnTo>
                    <a:pt x="692" y="21510"/>
                  </a:lnTo>
                  <a:lnTo>
                    <a:pt x="17754" y="836"/>
                  </a:lnTo>
                  <a:lnTo>
                    <a:pt x="1775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8"/>
            <p:cNvSpPr/>
            <p:nvPr/>
          </p:nvSpPr>
          <p:spPr>
            <a:xfrm>
              <a:off x="4488375" y="2792725"/>
              <a:ext cx="395400" cy="478675"/>
            </a:xfrm>
            <a:custGeom>
              <a:avLst/>
              <a:gdLst/>
              <a:ahLst/>
              <a:cxnLst/>
              <a:rect l="l" t="t" r="r" b="b"/>
              <a:pathLst>
                <a:path w="15816" h="19147" extrusionOk="0">
                  <a:moveTo>
                    <a:pt x="15815" y="1"/>
                  </a:moveTo>
                  <a:lnTo>
                    <a:pt x="1" y="19147"/>
                  </a:lnTo>
                  <a:lnTo>
                    <a:pt x="692" y="19147"/>
                  </a:lnTo>
                  <a:lnTo>
                    <a:pt x="15815" y="825"/>
                  </a:lnTo>
                  <a:lnTo>
                    <a:pt x="1581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8"/>
            <p:cNvSpPr/>
            <p:nvPr/>
          </p:nvSpPr>
          <p:spPr>
            <a:xfrm>
              <a:off x="4537150" y="2851500"/>
              <a:ext cx="346625" cy="419900"/>
            </a:xfrm>
            <a:custGeom>
              <a:avLst/>
              <a:gdLst/>
              <a:ahLst/>
              <a:cxnLst/>
              <a:rect l="l" t="t" r="r" b="b"/>
              <a:pathLst>
                <a:path w="13865" h="16796" extrusionOk="0">
                  <a:moveTo>
                    <a:pt x="13864" y="1"/>
                  </a:moveTo>
                  <a:lnTo>
                    <a:pt x="1" y="16796"/>
                  </a:lnTo>
                  <a:lnTo>
                    <a:pt x="680" y="16796"/>
                  </a:lnTo>
                  <a:lnTo>
                    <a:pt x="13864" y="825"/>
                  </a:lnTo>
                  <a:lnTo>
                    <a:pt x="138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8"/>
            <p:cNvSpPr/>
            <p:nvPr/>
          </p:nvSpPr>
          <p:spPr>
            <a:xfrm>
              <a:off x="4585625" y="2910300"/>
              <a:ext cx="298150" cy="361100"/>
            </a:xfrm>
            <a:custGeom>
              <a:avLst/>
              <a:gdLst/>
              <a:ahLst/>
              <a:cxnLst/>
              <a:rect l="l" t="t" r="r" b="b"/>
              <a:pathLst>
                <a:path w="11926" h="14444" extrusionOk="0">
                  <a:moveTo>
                    <a:pt x="11925" y="1"/>
                  </a:moveTo>
                  <a:lnTo>
                    <a:pt x="1" y="14444"/>
                  </a:lnTo>
                  <a:lnTo>
                    <a:pt x="692" y="14444"/>
                  </a:lnTo>
                  <a:lnTo>
                    <a:pt x="11925" y="825"/>
                  </a:lnTo>
                  <a:lnTo>
                    <a:pt x="119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8"/>
            <p:cNvSpPr/>
            <p:nvPr/>
          </p:nvSpPr>
          <p:spPr>
            <a:xfrm>
              <a:off x="4634375" y="2969075"/>
              <a:ext cx="249400" cy="302325"/>
            </a:xfrm>
            <a:custGeom>
              <a:avLst/>
              <a:gdLst/>
              <a:ahLst/>
              <a:cxnLst/>
              <a:rect l="l" t="t" r="r" b="b"/>
              <a:pathLst>
                <a:path w="9976" h="12093" extrusionOk="0">
                  <a:moveTo>
                    <a:pt x="9975" y="1"/>
                  </a:moveTo>
                  <a:lnTo>
                    <a:pt x="1" y="12093"/>
                  </a:lnTo>
                  <a:lnTo>
                    <a:pt x="681" y="12093"/>
                  </a:lnTo>
                  <a:lnTo>
                    <a:pt x="9975" y="825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8"/>
            <p:cNvSpPr/>
            <p:nvPr/>
          </p:nvSpPr>
          <p:spPr>
            <a:xfrm>
              <a:off x="4682850" y="3027875"/>
              <a:ext cx="200925" cy="243525"/>
            </a:xfrm>
            <a:custGeom>
              <a:avLst/>
              <a:gdLst/>
              <a:ahLst/>
              <a:cxnLst/>
              <a:rect l="l" t="t" r="r" b="b"/>
              <a:pathLst>
                <a:path w="8037" h="9741" extrusionOk="0">
                  <a:moveTo>
                    <a:pt x="8036" y="1"/>
                  </a:moveTo>
                  <a:lnTo>
                    <a:pt x="1" y="9741"/>
                  </a:lnTo>
                  <a:lnTo>
                    <a:pt x="692" y="9741"/>
                  </a:lnTo>
                  <a:lnTo>
                    <a:pt x="8036" y="836"/>
                  </a:lnTo>
                  <a:lnTo>
                    <a:pt x="803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8"/>
            <p:cNvSpPr/>
            <p:nvPr/>
          </p:nvSpPr>
          <p:spPr>
            <a:xfrm>
              <a:off x="4731625" y="3086650"/>
              <a:ext cx="152150" cy="184750"/>
            </a:xfrm>
            <a:custGeom>
              <a:avLst/>
              <a:gdLst/>
              <a:ahLst/>
              <a:cxnLst/>
              <a:rect l="l" t="t" r="r" b="b"/>
              <a:pathLst>
                <a:path w="6086" h="7390" extrusionOk="0">
                  <a:moveTo>
                    <a:pt x="6085" y="1"/>
                  </a:moveTo>
                  <a:lnTo>
                    <a:pt x="0" y="7390"/>
                  </a:lnTo>
                  <a:lnTo>
                    <a:pt x="680" y="7390"/>
                  </a:lnTo>
                  <a:lnTo>
                    <a:pt x="6085" y="837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8"/>
            <p:cNvSpPr/>
            <p:nvPr/>
          </p:nvSpPr>
          <p:spPr>
            <a:xfrm>
              <a:off x="4780100" y="3145725"/>
              <a:ext cx="103675" cy="125675"/>
            </a:xfrm>
            <a:custGeom>
              <a:avLst/>
              <a:gdLst/>
              <a:ahLst/>
              <a:cxnLst/>
              <a:rect l="l" t="t" r="r" b="b"/>
              <a:pathLst>
                <a:path w="4147" h="5027" extrusionOk="0">
                  <a:moveTo>
                    <a:pt x="4146" y="0"/>
                  </a:moveTo>
                  <a:lnTo>
                    <a:pt x="1" y="5027"/>
                  </a:lnTo>
                  <a:lnTo>
                    <a:pt x="680" y="5027"/>
                  </a:lnTo>
                  <a:lnTo>
                    <a:pt x="4146" y="825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8"/>
            <p:cNvSpPr/>
            <p:nvPr/>
          </p:nvSpPr>
          <p:spPr>
            <a:xfrm>
              <a:off x="4828575" y="3204525"/>
              <a:ext cx="55200" cy="66875"/>
            </a:xfrm>
            <a:custGeom>
              <a:avLst/>
              <a:gdLst/>
              <a:ahLst/>
              <a:cxnLst/>
              <a:rect l="l" t="t" r="r" b="b"/>
              <a:pathLst>
                <a:path w="2208" h="2675" extrusionOk="0">
                  <a:moveTo>
                    <a:pt x="2207" y="0"/>
                  </a:moveTo>
                  <a:lnTo>
                    <a:pt x="1" y="2675"/>
                  </a:lnTo>
                  <a:lnTo>
                    <a:pt x="692" y="2675"/>
                  </a:lnTo>
                  <a:lnTo>
                    <a:pt x="2207" y="825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8"/>
            <p:cNvSpPr/>
            <p:nvPr/>
          </p:nvSpPr>
          <p:spPr>
            <a:xfrm>
              <a:off x="4877325" y="3263300"/>
              <a:ext cx="6450" cy="8100"/>
            </a:xfrm>
            <a:custGeom>
              <a:avLst/>
              <a:gdLst/>
              <a:ahLst/>
              <a:cxnLst/>
              <a:rect l="l" t="t" r="r" b="b"/>
              <a:pathLst>
                <a:path w="258" h="324" extrusionOk="0">
                  <a:moveTo>
                    <a:pt x="257" y="0"/>
                  </a:moveTo>
                  <a:lnTo>
                    <a:pt x="1" y="324"/>
                  </a:lnTo>
                  <a:lnTo>
                    <a:pt x="257" y="324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87" name="Google Shape;3087;p8"/>
          <p:cNvSpPr txBox="1">
            <a:spLocks noGrp="1"/>
          </p:cNvSpPr>
          <p:nvPr>
            <p:ph type="title"/>
          </p:nvPr>
        </p:nvSpPr>
        <p:spPr>
          <a:xfrm>
            <a:off x="1842025" y="1010700"/>
            <a:ext cx="5460000" cy="312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9" name="Google Shape;3089;p9"/>
          <p:cNvGrpSpPr/>
          <p:nvPr/>
        </p:nvGrpSpPr>
        <p:grpSpPr>
          <a:xfrm>
            <a:off x="-5" y="-771"/>
            <a:ext cx="9144010" cy="5145042"/>
            <a:chOff x="1582450" y="1413850"/>
            <a:chExt cx="3301325" cy="1857550"/>
          </a:xfrm>
        </p:grpSpPr>
        <p:sp>
          <p:nvSpPr>
            <p:cNvPr id="3090" name="Google Shape;3090;p9"/>
            <p:cNvSpPr/>
            <p:nvPr/>
          </p:nvSpPr>
          <p:spPr>
            <a:xfrm>
              <a:off x="1582450" y="1413850"/>
              <a:ext cx="35425" cy="42675"/>
            </a:xfrm>
            <a:custGeom>
              <a:avLst/>
              <a:gdLst/>
              <a:ahLst/>
              <a:cxnLst/>
              <a:rect l="l" t="t" r="r" b="b"/>
              <a:pathLst>
                <a:path w="1417" h="1707" extrusionOk="0">
                  <a:moveTo>
                    <a:pt x="726" y="1"/>
                  </a:moveTo>
                  <a:lnTo>
                    <a:pt x="1" y="882"/>
                  </a:lnTo>
                  <a:lnTo>
                    <a:pt x="1" y="1706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9"/>
            <p:cNvSpPr/>
            <p:nvPr/>
          </p:nvSpPr>
          <p:spPr>
            <a:xfrm>
              <a:off x="1582450" y="1413850"/>
              <a:ext cx="83900" cy="101750"/>
            </a:xfrm>
            <a:custGeom>
              <a:avLst/>
              <a:gdLst/>
              <a:ahLst/>
              <a:cxnLst/>
              <a:rect l="l" t="t" r="r" b="b"/>
              <a:pathLst>
                <a:path w="3356" h="4070" extrusionOk="0">
                  <a:moveTo>
                    <a:pt x="2676" y="1"/>
                  </a:moveTo>
                  <a:lnTo>
                    <a:pt x="1" y="3233"/>
                  </a:lnTo>
                  <a:lnTo>
                    <a:pt x="1" y="4069"/>
                  </a:lnTo>
                  <a:lnTo>
                    <a:pt x="335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9"/>
            <p:cNvSpPr/>
            <p:nvPr/>
          </p:nvSpPr>
          <p:spPr>
            <a:xfrm>
              <a:off x="1582450" y="1413850"/>
              <a:ext cx="132650" cy="160525"/>
            </a:xfrm>
            <a:custGeom>
              <a:avLst/>
              <a:gdLst/>
              <a:ahLst/>
              <a:cxnLst/>
              <a:rect l="l" t="t" r="r" b="b"/>
              <a:pathLst>
                <a:path w="5306" h="6421" extrusionOk="0">
                  <a:moveTo>
                    <a:pt x="4615" y="1"/>
                  </a:moveTo>
                  <a:lnTo>
                    <a:pt x="1" y="5585"/>
                  </a:lnTo>
                  <a:lnTo>
                    <a:pt x="1" y="6420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9"/>
            <p:cNvSpPr/>
            <p:nvPr/>
          </p:nvSpPr>
          <p:spPr>
            <a:xfrm>
              <a:off x="1582450" y="1413850"/>
              <a:ext cx="181125" cy="219325"/>
            </a:xfrm>
            <a:custGeom>
              <a:avLst/>
              <a:gdLst/>
              <a:ahLst/>
              <a:cxnLst/>
              <a:rect l="l" t="t" r="r" b="b"/>
              <a:pathLst>
                <a:path w="7245" h="8773" extrusionOk="0">
                  <a:moveTo>
                    <a:pt x="6554" y="1"/>
                  </a:moveTo>
                  <a:lnTo>
                    <a:pt x="1" y="7947"/>
                  </a:lnTo>
                  <a:lnTo>
                    <a:pt x="1" y="8772"/>
                  </a:lnTo>
                  <a:lnTo>
                    <a:pt x="724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9"/>
            <p:cNvSpPr/>
            <p:nvPr/>
          </p:nvSpPr>
          <p:spPr>
            <a:xfrm>
              <a:off x="1582450" y="1413850"/>
              <a:ext cx="229600" cy="278100"/>
            </a:xfrm>
            <a:custGeom>
              <a:avLst/>
              <a:gdLst/>
              <a:ahLst/>
              <a:cxnLst/>
              <a:rect l="l" t="t" r="r" b="b"/>
              <a:pathLst>
                <a:path w="9184" h="11124" extrusionOk="0">
                  <a:moveTo>
                    <a:pt x="8505" y="1"/>
                  </a:moveTo>
                  <a:lnTo>
                    <a:pt x="1" y="10298"/>
                  </a:lnTo>
                  <a:lnTo>
                    <a:pt x="1" y="11123"/>
                  </a:lnTo>
                  <a:lnTo>
                    <a:pt x="918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9"/>
            <p:cNvSpPr/>
            <p:nvPr/>
          </p:nvSpPr>
          <p:spPr>
            <a:xfrm>
              <a:off x="1582450" y="1413850"/>
              <a:ext cx="278375" cy="336900"/>
            </a:xfrm>
            <a:custGeom>
              <a:avLst/>
              <a:gdLst/>
              <a:ahLst/>
              <a:cxnLst/>
              <a:rect l="l" t="t" r="r" b="b"/>
              <a:pathLst>
                <a:path w="11135" h="13476" extrusionOk="0">
                  <a:moveTo>
                    <a:pt x="10444" y="1"/>
                  </a:moveTo>
                  <a:lnTo>
                    <a:pt x="1" y="12650"/>
                  </a:lnTo>
                  <a:lnTo>
                    <a:pt x="1" y="13475"/>
                  </a:lnTo>
                  <a:lnTo>
                    <a:pt x="111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9"/>
            <p:cNvSpPr/>
            <p:nvPr/>
          </p:nvSpPr>
          <p:spPr>
            <a:xfrm>
              <a:off x="1582450" y="1413850"/>
              <a:ext cx="326850" cy="395675"/>
            </a:xfrm>
            <a:custGeom>
              <a:avLst/>
              <a:gdLst/>
              <a:ahLst/>
              <a:cxnLst/>
              <a:rect l="l" t="t" r="r" b="b"/>
              <a:pathLst>
                <a:path w="13074" h="15827" extrusionOk="0">
                  <a:moveTo>
                    <a:pt x="12394" y="1"/>
                  </a:moveTo>
                  <a:lnTo>
                    <a:pt x="1" y="15001"/>
                  </a:lnTo>
                  <a:lnTo>
                    <a:pt x="1" y="15826"/>
                  </a:lnTo>
                  <a:lnTo>
                    <a:pt x="1307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9"/>
            <p:cNvSpPr/>
            <p:nvPr/>
          </p:nvSpPr>
          <p:spPr>
            <a:xfrm>
              <a:off x="1582450" y="1413850"/>
              <a:ext cx="375600" cy="454725"/>
            </a:xfrm>
            <a:custGeom>
              <a:avLst/>
              <a:gdLst/>
              <a:ahLst/>
              <a:cxnLst/>
              <a:rect l="l" t="t" r="r" b="b"/>
              <a:pathLst>
                <a:path w="15024" h="18189" extrusionOk="0">
                  <a:moveTo>
                    <a:pt x="14333" y="1"/>
                  </a:moveTo>
                  <a:lnTo>
                    <a:pt x="1" y="17353"/>
                  </a:lnTo>
                  <a:lnTo>
                    <a:pt x="1" y="18189"/>
                  </a:lnTo>
                  <a:lnTo>
                    <a:pt x="1502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9"/>
            <p:cNvSpPr/>
            <p:nvPr/>
          </p:nvSpPr>
          <p:spPr>
            <a:xfrm>
              <a:off x="1582450" y="1413850"/>
              <a:ext cx="424075" cy="513525"/>
            </a:xfrm>
            <a:custGeom>
              <a:avLst/>
              <a:gdLst/>
              <a:ahLst/>
              <a:cxnLst/>
              <a:rect l="l" t="t" r="r" b="b"/>
              <a:pathLst>
                <a:path w="16963" h="20541" extrusionOk="0">
                  <a:moveTo>
                    <a:pt x="16283" y="1"/>
                  </a:moveTo>
                  <a:lnTo>
                    <a:pt x="1" y="19704"/>
                  </a:lnTo>
                  <a:lnTo>
                    <a:pt x="1" y="20541"/>
                  </a:lnTo>
                  <a:lnTo>
                    <a:pt x="1696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9"/>
            <p:cNvSpPr/>
            <p:nvPr/>
          </p:nvSpPr>
          <p:spPr>
            <a:xfrm>
              <a:off x="1582450" y="1413850"/>
              <a:ext cx="472550" cy="572300"/>
            </a:xfrm>
            <a:custGeom>
              <a:avLst/>
              <a:gdLst/>
              <a:ahLst/>
              <a:cxnLst/>
              <a:rect l="l" t="t" r="r" b="b"/>
              <a:pathLst>
                <a:path w="18902" h="22892" extrusionOk="0">
                  <a:moveTo>
                    <a:pt x="18223" y="1"/>
                  </a:moveTo>
                  <a:lnTo>
                    <a:pt x="1" y="22067"/>
                  </a:lnTo>
                  <a:lnTo>
                    <a:pt x="1" y="22892"/>
                  </a:lnTo>
                  <a:lnTo>
                    <a:pt x="1890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9"/>
            <p:cNvSpPr/>
            <p:nvPr/>
          </p:nvSpPr>
          <p:spPr>
            <a:xfrm>
              <a:off x="1582450" y="1413850"/>
              <a:ext cx="521325" cy="631100"/>
            </a:xfrm>
            <a:custGeom>
              <a:avLst/>
              <a:gdLst/>
              <a:ahLst/>
              <a:cxnLst/>
              <a:rect l="l" t="t" r="r" b="b"/>
              <a:pathLst>
                <a:path w="20853" h="25244" extrusionOk="0">
                  <a:moveTo>
                    <a:pt x="20162" y="1"/>
                  </a:moveTo>
                  <a:lnTo>
                    <a:pt x="1" y="24419"/>
                  </a:lnTo>
                  <a:lnTo>
                    <a:pt x="1" y="25244"/>
                  </a:lnTo>
                  <a:lnTo>
                    <a:pt x="208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9"/>
            <p:cNvSpPr/>
            <p:nvPr/>
          </p:nvSpPr>
          <p:spPr>
            <a:xfrm>
              <a:off x="1582450" y="1413850"/>
              <a:ext cx="569800" cy="689875"/>
            </a:xfrm>
            <a:custGeom>
              <a:avLst/>
              <a:gdLst/>
              <a:ahLst/>
              <a:cxnLst/>
              <a:rect l="l" t="t" r="r" b="b"/>
              <a:pathLst>
                <a:path w="22792" h="27595" extrusionOk="0">
                  <a:moveTo>
                    <a:pt x="22112" y="1"/>
                  </a:moveTo>
                  <a:lnTo>
                    <a:pt x="1" y="26770"/>
                  </a:lnTo>
                  <a:lnTo>
                    <a:pt x="1" y="27595"/>
                  </a:lnTo>
                  <a:lnTo>
                    <a:pt x="2279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9"/>
            <p:cNvSpPr/>
            <p:nvPr/>
          </p:nvSpPr>
          <p:spPr>
            <a:xfrm>
              <a:off x="1582450" y="1413850"/>
              <a:ext cx="618550" cy="748675"/>
            </a:xfrm>
            <a:custGeom>
              <a:avLst/>
              <a:gdLst/>
              <a:ahLst/>
              <a:cxnLst/>
              <a:rect l="l" t="t" r="r" b="b"/>
              <a:pathLst>
                <a:path w="24742" h="29947" extrusionOk="0">
                  <a:moveTo>
                    <a:pt x="24051" y="1"/>
                  </a:moveTo>
                  <a:lnTo>
                    <a:pt x="1" y="29122"/>
                  </a:lnTo>
                  <a:lnTo>
                    <a:pt x="1" y="29947"/>
                  </a:lnTo>
                  <a:lnTo>
                    <a:pt x="247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9"/>
            <p:cNvSpPr/>
            <p:nvPr/>
          </p:nvSpPr>
          <p:spPr>
            <a:xfrm>
              <a:off x="1582450" y="1413850"/>
              <a:ext cx="667025" cy="807750"/>
            </a:xfrm>
            <a:custGeom>
              <a:avLst/>
              <a:gdLst/>
              <a:ahLst/>
              <a:cxnLst/>
              <a:rect l="l" t="t" r="r" b="b"/>
              <a:pathLst>
                <a:path w="26681" h="32310" extrusionOk="0">
                  <a:moveTo>
                    <a:pt x="26001" y="1"/>
                  </a:moveTo>
                  <a:lnTo>
                    <a:pt x="1" y="31473"/>
                  </a:lnTo>
                  <a:lnTo>
                    <a:pt x="1" y="32309"/>
                  </a:lnTo>
                  <a:lnTo>
                    <a:pt x="2668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9"/>
            <p:cNvSpPr/>
            <p:nvPr/>
          </p:nvSpPr>
          <p:spPr>
            <a:xfrm>
              <a:off x="1582450" y="1413850"/>
              <a:ext cx="715500" cy="866525"/>
            </a:xfrm>
            <a:custGeom>
              <a:avLst/>
              <a:gdLst/>
              <a:ahLst/>
              <a:cxnLst/>
              <a:rect l="l" t="t" r="r" b="b"/>
              <a:pathLst>
                <a:path w="28620" h="34661" extrusionOk="0">
                  <a:moveTo>
                    <a:pt x="27941" y="1"/>
                  </a:moveTo>
                  <a:lnTo>
                    <a:pt x="1" y="33825"/>
                  </a:lnTo>
                  <a:lnTo>
                    <a:pt x="1" y="34660"/>
                  </a:lnTo>
                  <a:lnTo>
                    <a:pt x="2862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9"/>
            <p:cNvSpPr/>
            <p:nvPr/>
          </p:nvSpPr>
          <p:spPr>
            <a:xfrm>
              <a:off x="1582450" y="1413850"/>
              <a:ext cx="764275" cy="925325"/>
            </a:xfrm>
            <a:custGeom>
              <a:avLst/>
              <a:gdLst/>
              <a:ahLst/>
              <a:cxnLst/>
              <a:rect l="l" t="t" r="r" b="b"/>
              <a:pathLst>
                <a:path w="30571" h="37013" extrusionOk="0">
                  <a:moveTo>
                    <a:pt x="29880" y="1"/>
                  </a:moveTo>
                  <a:lnTo>
                    <a:pt x="1" y="36188"/>
                  </a:lnTo>
                  <a:lnTo>
                    <a:pt x="1" y="37012"/>
                  </a:lnTo>
                  <a:lnTo>
                    <a:pt x="3057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9"/>
            <p:cNvSpPr/>
            <p:nvPr/>
          </p:nvSpPr>
          <p:spPr>
            <a:xfrm>
              <a:off x="1582450" y="1413850"/>
              <a:ext cx="812750" cy="984100"/>
            </a:xfrm>
            <a:custGeom>
              <a:avLst/>
              <a:gdLst/>
              <a:ahLst/>
              <a:cxnLst/>
              <a:rect l="l" t="t" r="r" b="b"/>
              <a:pathLst>
                <a:path w="32510" h="39364" extrusionOk="0">
                  <a:moveTo>
                    <a:pt x="31830" y="1"/>
                  </a:moveTo>
                  <a:lnTo>
                    <a:pt x="1" y="38539"/>
                  </a:lnTo>
                  <a:lnTo>
                    <a:pt x="1" y="39363"/>
                  </a:lnTo>
                  <a:lnTo>
                    <a:pt x="3251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9"/>
            <p:cNvSpPr/>
            <p:nvPr/>
          </p:nvSpPr>
          <p:spPr>
            <a:xfrm>
              <a:off x="1582450" y="1413850"/>
              <a:ext cx="861500" cy="1042900"/>
            </a:xfrm>
            <a:custGeom>
              <a:avLst/>
              <a:gdLst/>
              <a:ahLst/>
              <a:cxnLst/>
              <a:rect l="l" t="t" r="r" b="b"/>
              <a:pathLst>
                <a:path w="34460" h="41716" extrusionOk="0">
                  <a:moveTo>
                    <a:pt x="33769" y="1"/>
                  </a:moveTo>
                  <a:lnTo>
                    <a:pt x="1" y="40891"/>
                  </a:lnTo>
                  <a:lnTo>
                    <a:pt x="1" y="41715"/>
                  </a:lnTo>
                  <a:lnTo>
                    <a:pt x="3446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9"/>
            <p:cNvSpPr/>
            <p:nvPr/>
          </p:nvSpPr>
          <p:spPr>
            <a:xfrm>
              <a:off x="1582450" y="1413850"/>
              <a:ext cx="909975" cy="1101675"/>
            </a:xfrm>
            <a:custGeom>
              <a:avLst/>
              <a:gdLst/>
              <a:ahLst/>
              <a:cxnLst/>
              <a:rect l="l" t="t" r="r" b="b"/>
              <a:pathLst>
                <a:path w="36399" h="44067" extrusionOk="0">
                  <a:moveTo>
                    <a:pt x="35719" y="1"/>
                  </a:moveTo>
                  <a:lnTo>
                    <a:pt x="1" y="43242"/>
                  </a:lnTo>
                  <a:lnTo>
                    <a:pt x="1" y="44066"/>
                  </a:lnTo>
                  <a:lnTo>
                    <a:pt x="3639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9"/>
            <p:cNvSpPr/>
            <p:nvPr/>
          </p:nvSpPr>
          <p:spPr>
            <a:xfrm>
              <a:off x="1582450" y="1413850"/>
              <a:ext cx="958750" cy="1160725"/>
            </a:xfrm>
            <a:custGeom>
              <a:avLst/>
              <a:gdLst/>
              <a:ahLst/>
              <a:cxnLst/>
              <a:rect l="l" t="t" r="r" b="b"/>
              <a:pathLst>
                <a:path w="38350" h="46429" extrusionOk="0">
                  <a:moveTo>
                    <a:pt x="37659" y="1"/>
                  </a:moveTo>
                  <a:lnTo>
                    <a:pt x="1" y="45594"/>
                  </a:lnTo>
                  <a:lnTo>
                    <a:pt x="1" y="46429"/>
                  </a:lnTo>
                  <a:lnTo>
                    <a:pt x="3834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9"/>
            <p:cNvSpPr/>
            <p:nvPr/>
          </p:nvSpPr>
          <p:spPr>
            <a:xfrm>
              <a:off x="1582450" y="1413850"/>
              <a:ext cx="1007225" cy="1219525"/>
            </a:xfrm>
            <a:custGeom>
              <a:avLst/>
              <a:gdLst/>
              <a:ahLst/>
              <a:cxnLst/>
              <a:rect l="l" t="t" r="r" b="b"/>
              <a:pathLst>
                <a:path w="40289" h="48781" extrusionOk="0">
                  <a:moveTo>
                    <a:pt x="39598" y="1"/>
                  </a:moveTo>
                  <a:lnTo>
                    <a:pt x="1" y="47945"/>
                  </a:lnTo>
                  <a:lnTo>
                    <a:pt x="1" y="48781"/>
                  </a:lnTo>
                  <a:lnTo>
                    <a:pt x="4028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9"/>
            <p:cNvSpPr/>
            <p:nvPr/>
          </p:nvSpPr>
          <p:spPr>
            <a:xfrm>
              <a:off x="1582450" y="1413850"/>
              <a:ext cx="1055700" cy="1278300"/>
            </a:xfrm>
            <a:custGeom>
              <a:avLst/>
              <a:gdLst/>
              <a:ahLst/>
              <a:cxnLst/>
              <a:rect l="l" t="t" r="r" b="b"/>
              <a:pathLst>
                <a:path w="42228" h="51132" extrusionOk="0">
                  <a:moveTo>
                    <a:pt x="41548" y="1"/>
                  </a:moveTo>
                  <a:lnTo>
                    <a:pt x="1" y="50297"/>
                  </a:lnTo>
                  <a:lnTo>
                    <a:pt x="1" y="51132"/>
                  </a:lnTo>
                  <a:lnTo>
                    <a:pt x="4222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9"/>
            <p:cNvSpPr/>
            <p:nvPr/>
          </p:nvSpPr>
          <p:spPr>
            <a:xfrm>
              <a:off x="1582450" y="1413850"/>
              <a:ext cx="1104450" cy="1337100"/>
            </a:xfrm>
            <a:custGeom>
              <a:avLst/>
              <a:gdLst/>
              <a:ahLst/>
              <a:cxnLst/>
              <a:rect l="l" t="t" r="r" b="b"/>
              <a:pathLst>
                <a:path w="44178" h="53484" extrusionOk="0">
                  <a:moveTo>
                    <a:pt x="43487" y="1"/>
                  </a:moveTo>
                  <a:lnTo>
                    <a:pt x="1" y="52659"/>
                  </a:lnTo>
                  <a:lnTo>
                    <a:pt x="1" y="53484"/>
                  </a:lnTo>
                  <a:lnTo>
                    <a:pt x="4417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9"/>
            <p:cNvSpPr/>
            <p:nvPr/>
          </p:nvSpPr>
          <p:spPr>
            <a:xfrm>
              <a:off x="1582450" y="1413850"/>
              <a:ext cx="1152925" cy="1395875"/>
            </a:xfrm>
            <a:custGeom>
              <a:avLst/>
              <a:gdLst/>
              <a:ahLst/>
              <a:cxnLst/>
              <a:rect l="l" t="t" r="r" b="b"/>
              <a:pathLst>
                <a:path w="46117" h="55835" extrusionOk="0">
                  <a:moveTo>
                    <a:pt x="45437" y="1"/>
                  </a:moveTo>
                  <a:lnTo>
                    <a:pt x="1" y="55010"/>
                  </a:lnTo>
                  <a:lnTo>
                    <a:pt x="1" y="55835"/>
                  </a:lnTo>
                  <a:lnTo>
                    <a:pt x="461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9"/>
            <p:cNvSpPr/>
            <p:nvPr/>
          </p:nvSpPr>
          <p:spPr>
            <a:xfrm>
              <a:off x="1582450" y="1413850"/>
              <a:ext cx="1201700" cy="1454675"/>
            </a:xfrm>
            <a:custGeom>
              <a:avLst/>
              <a:gdLst/>
              <a:ahLst/>
              <a:cxnLst/>
              <a:rect l="l" t="t" r="r" b="b"/>
              <a:pathLst>
                <a:path w="48068" h="58187" extrusionOk="0">
                  <a:moveTo>
                    <a:pt x="47377" y="1"/>
                  </a:moveTo>
                  <a:lnTo>
                    <a:pt x="1" y="57362"/>
                  </a:lnTo>
                  <a:lnTo>
                    <a:pt x="1" y="58187"/>
                  </a:lnTo>
                  <a:lnTo>
                    <a:pt x="4806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9"/>
            <p:cNvSpPr/>
            <p:nvPr/>
          </p:nvSpPr>
          <p:spPr>
            <a:xfrm>
              <a:off x="1582450" y="1413850"/>
              <a:ext cx="1250175" cy="1513750"/>
            </a:xfrm>
            <a:custGeom>
              <a:avLst/>
              <a:gdLst/>
              <a:ahLst/>
              <a:cxnLst/>
              <a:rect l="l" t="t" r="r" b="b"/>
              <a:pathLst>
                <a:path w="50007" h="60550" extrusionOk="0">
                  <a:moveTo>
                    <a:pt x="49326" y="1"/>
                  </a:moveTo>
                  <a:lnTo>
                    <a:pt x="1" y="59713"/>
                  </a:lnTo>
                  <a:lnTo>
                    <a:pt x="1" y="60550"/>
                  </a:lnTo>
                  <a:lnTo>
                    <a:pt x="5000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9"/>
            <p:cNvSpPr/>
            <p:nvPr/>
          </p:nvSpPr>
          <p:spPr>
            <a:xfrm>
              <a:off x="1582450" y="1413850"/>
              <a:ext cx="1298650" cy="1572525"/>
            </a:xfrm>
            <a:custGeom>
              <a:avLst/>
              <a:gdLst/>
              <a:ahLst/>
              <a:cxnLst/>
              <a:rect l="l" t="t" r="r" b="b"/>
              <a:pathLst>
                <a:path w="51946" h="62901" extrusionOk="0">
                  <a:moveTo>
                    <a:pt x="51266" y="1"/>
                  </a:moveTo>
                  <a:lnTo>
                    <a:pt x="1" y="62065"/>
                  </a:lnTo>
                  <a:lnTo>
                    <a:pt x="1" y="62901"/>
                  </a:lnTo>
                  <a:lnTo>
                    <a:pt x="5194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9"/>
            <p:cNvSpPr/>
            <p:nvPr/>
          </p:nvSpPr>
          <p:spPr>
            <a:xfrm>
              <a:off x="1582450" y="1413850"/>
              <a:ext cx="1347400" cy="1631325"/>
            </a:xfrm>
            <a:custGeom>
              <a:avLst/>
              <a:gdLst/>
              <a:ahLst/>
              <a:cxnLst/>
              <a:rect l="l" t="t" r="r" b="b"/>
              <a:pathLst>
                <a:path w="53896" h="65253" extrusionOk="0">
                  <a:moveTo>
                    <a:pt x="53205" y="1"/>
                  </a:moveTo>
                  <a:lnTo>
                    <a:pt x="1" y="64416"/>
                  </a:lnTo>
                  <a:lnTo>
                    <a:pt x="1" y="65253"/>
                  </a:lnTo>
                  <a:lnTo>
                    <a:pt x="5389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9"/>
            <p:cNvSpPr/>
            <p:nvPr/>
          </p:nvSpPr>
          <p:spPr>
            <a:xfrm>
              <a:off x="1582450" y="1413850"/>
              <a:ext cx="1395875" cy="1690100"/>
            </a:xfrm>
            <a:custGeom>
              <a:avLst/>
              <a:gdLst/>
              <a:ahLst/>
              <a:cxnLst/>
              <a:rect l="l" t="t" r="r" b="b"/>
              <a:pathLst>
                <a:path w="55835" h="67604" extrusionOk="0">
                  <a:moveTo>
                    <a:pt x="55155" y="1"/>
                  </a:moveTo>
                  <a:lnTo>
                    <a:pt x="1" y="66779"/>
                  </a:lnTo>
                  <a:lnTo>
                    <a:pt x="1" y="67604"/>
                  </a:lnTo>
                  <a:lnTo>
                    <a:pt x="558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9"/>
            <p:cNvSpPr/>
            <p:nvPr/>
          </p:nvSpPr>
          <p:spPr>
            <a:xfrm>
              <a:off x="1582450" y="1413850"/>
              <a:ext cx="1444650" cy="1748900"/>
            </a:xfrm>
            <a:custGeom>
              <a:avLst/>
              <a:gdLst/>
              <a:ahLst/>
              <a:cxnLst/>
              <a:rect l="l" t="t" r="r" b="b"/>
              <a:pathLst>
                <a:path w="57786" h="69956" extrusionOk="0">
                  <a:moveTo>
                    <a:pt x="57095" y="1"/>
                  </a:moveTo>
                  <a:lnTo>
                    <a:pt x="1" y="69131"/>
                  </a:lnTo>
                  <a:lnTo>
                    <a:pt x="1" y="69955"/>
                  </a:lnTo>
                  <a:lnTo>
                    <a:pt x="577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9"/>
            <p:cNvSpPr/>
            <p:nvPr/>
          </p:nvSpPr>
          <p:spPr>
            <a:xfrm>
              <a:off x="1582450" y="1413850"/>
              <a:ext cx="1493125" cy="1807675"/>
            </a:xfrm>
            <a:custGeom>
              <a:avLst/>
              <a:gdLst/>
              <a:ahLst/>
              <a:cxnLst/>
              <a:rect l="l" t="t" r="r" b="b"/>
              <a:pathLst>
                <a:path w="59725" h="72307" extrusionOk="0">
                  <a:moveTo>
                    <a:pt x="59044" y="1"/>
                  </a:moveTo>
                  <a:lnTo>
                    <a:pt x="1" y="71482"/>
                  </a:lnTo>
                  <a:lnTo>
                    <a:pt x="1" y="72307"/>
                  </a:lnTo>
                  <a:lnTo>
                    <a:pt x="597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9"/>
            <p:cNvSpPr/>
            <p:nvPr/>
          </p:nvSpPr>
          <p:spPr>
            <a:xfrm>
              <a:off x="1582450" y="1413850"/>
              <a:ext cx="1541600" cy="1857550"/>
            </a:xfrm>
            <a:custGeom>
              <a:avLst/>
              <a:gdLst/>
              <a:ahLst/>
              <a:cxnLst/>
              <a:rect l="l" t="t" r="r" b="b"/>
              <a:pathLst>
                <a:path w="61664" h="74302" extrusionOk="0">
                  <a:moveTo>
                    <a:pt x="60984" y="1"/>
                  </a:moveTo>
                  <a:lnTo>
                    <a:pt x="1" y="73834"/>
                  </a:lnTo>
                  <a:lnTo>
                    <a:pt x="1" y="74302"/>
                  </a:lnTo>
                  <a:lnTo>
                    <a:pt x="302" y="74302"/>
                  </a:lnTo>
                  <a:lnTo>
                    <a:pt x="616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9"/>
            <p:cNvSpPr/>
            <p:nvPr/>
          </p:nvSpPr>
          <p:spPr>
            <a:xfrm>
              <a:off x="16214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9"/>
            <p:cNvSpPr/>
            <p:nvPr/>
          </p:nvSpPr>
          <p:spPr>
            <a:xfrm>
              <a:off x="16702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9"/>
            <p:cNvSpPr/>
            <p:nvPr/>
          </p:nvSpPr>
          <p:spPr>
            <a:xfrm>
              <a:off x="17187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9"/>
            <p:cNvSpPr/>
            <p:nvPr/>
          </p:nvSpPr>
          <p:spPr>
            <a:xfrm>
              <a:off x="176720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9"/>
            <p:cNvSpPr/>
            <p:nvPr/>
          </p:nvSpPr>
          <p:spPr>
            <a:xfrm>
              <a:off x="1815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9"/>
            <p:cNvSpPr/>
            <p:nvPr/>
          </p:nvSpPr>
          <p:spPr>
            <a:xfrm>
              <a:off x="18644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9"/>
            <p:cNvSpPr/>
            <p:nvPr/>
          </p:nvSpPr>
          <p:spPr>
            <a:xfrm>
              <a:off x="19131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9"/>
            <p:cNvSpPr/>
            <p:nvPr/>
          </p:nvSpPr>
          <p:spPr>
            <a:xfrm>
              <a:off x="19616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9"/>
            <p:cNvSpPr/>
            <p:nvPr/>
          </p:nvSpPr>
          <p:spPr>
            <a:xfrm>
              <a:off x="201015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9"/>
            <p:cNvSpPr/>
            <p:nvPr/>
          </p:nvSpPr>
          <p:spPr>
            <a:xfrm>
              <a:off x="20588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9"/>
            <p:cNvSpPr/>
            <p:nvPr/>
          </p:nvSpPr>
          <p:spPr>
            <a:xfrm>
              <a:off x="21073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9"/>
            <p:cNvSpPr/>
            <p:nvPr/>
          </p:nvSpPr>
          <p:spPr>
            <a:xfrm>
              <a:off x="21561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9"/>
            <p:cNvSpPr/>
            <p:nvPr/>
          </p:nvSpPr>
          <p:spPr>
            <a:xfrm>
              <a:off x="22046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9"/>
            <p:cNvSpPr/>
            <p:nvPr/>
          </p:nvSpPr>
          <p:spPr>
            <a:xfrm>
              <a:off x="22533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9"/>
            <p:cNvSpPr/>
            <p:nvPr/>
          </p:nvSpPr>
          <p:spPr>
            <a:xfrm>
              <a:off x="23018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9"/>
            <p:cNvSpPr/>
            <p:nvPr/>
          </p:nvSpPr>
          <p:spPr>
            <a:xfrm>
              <a:off x="23503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9"/>
            <p:cNvSpPr/>
            <p:nvPr/>
          </p:nvSpPr>
          <p:spPr>
            <a:xfrm>
              <a:off x="23990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9"/>
            <p:cNvSpPr/>
            <p:nvPr/>
          </p:nvSpPr>
          <p:spPr>
            <a:xfrm>
              <a:off x="24475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9"/>
            <p:cNvSpPr/>
            <p:nvPr/>
          </p:nvSpPr>
          <p:spPr>
            <a:xfrm>
              <a:off x="24963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9"/>
            <p:cNvSpPr/>
            <p:nvPr/>
          </p:nvSpPr>
          <p:spPr>
            <a:xfrm>
              <a:off x="25447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9"/>
            <p:cNvSpPr/>
            <p:nvPr/>
          </p:nvSpPr>
          <p:spPr>
            <a:xfrm>
              <a:off x="25932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9"/>
            <p:cNvSpPr/>
            <p:nvPr/>
          </p:nvSpPr>
          <p:spPr>
            <a:xfrm>
              <a:off x="26420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9"/>
            <p:cNvSpPr/>
            <p:nvPr/>
          </p:nvSpPr>
          <p:spPr>
            <a:xfrm>
              <a:off x="26905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9"/>
            <p:cNvSpPr/>
            <p:nvPr/>
          </p:nvSpPr>
          <p:spPr>
            <a:xfrm>
              <a:off x="27392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9"/>
            <p:cNvSpPr/>
            <p:nvPr/>
          </p:nvSpPr>
          <p:spPr>
            <a:xfrm>
              <a:off x="27877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9"/>
            <p:cNvSpPr/>
            <p:nvPr/>
          </p:nvSpPr>
          <p:spPr>
            <a:xfrm>
              <a:off x="28362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9"/>
            <p:cNvSpPr/>
            <p:nvPr/>
          </p:nvSpPr>
          <p:spPr>
            <a:xfrm>
              <a:off x="28849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9"/>
            <p:cNvSpPr/>
            <p:nvPr/>
          </p:nvSpPr>
          <p:spPr>
            <a:xfrm>
              <a:off x="29334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9"/>
            <p:cNvSpPr/>
            <p:nvPr/>
          </p:nvSpPr>
          <p:spPr>
            <a:xfrm>
              <a:off x="29822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9"/>
            <p:cNvSpPr/>
            <p:nvPr/>
          </p:nvSpPr>
          <p:spPr>
            <a:xfrm>
              <a:off x="30306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9"/>
            <p:cNvSpPr/>
            <p:nvPr/>
          </p:nvSpPr>
          <p:spPr>
            <a:xfrm>
              <a:off x="307945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9"/>
            <p:cNvSpPr/>
            <p:nvPr/>
          </p:nvSpPr>
          <p:spPr>
            <a:xfrm>
              <a:off x="3127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9"/>
            <p:cNvSpPr/>
            <p:nvPr/>
          </p:nvSpPr>
          <p:spPr>
            <a:xfrm>
              <a:off x="31764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7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9"/>
            <p:cNvSpPr/>
            <p:nvPr/>
          </p:nvSpPr>
          <p:spPr>
            <a:xfrm>
              <a:off x="32251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9"/>
            <p:cNvSpPr/>
            <p:nvPr/>
          </p:nvSpPr>
          <p:spPr>
            <a:xfrm>
              <a:off x="32736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9"/>
            <p:cNvSpPr/>
            <p:nvPr/>
          </p:nvSpPr>
          <p:spPr>
            <a:xfrm>
              <a:off x="332240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9"/>
            <p:cNvSpPr/>
            <p:nvPr/>
          </p:nvSpPr>
          <p:spPr>
            <a:xfrm>
              <a:off x="3370875" y="1439500"/>
              <a:ext cx="1512900" cy="1831900"/>
            </a:xfrm>
            <a:custGeom>
              <a:avLst/>
              <a:gdLst/>
              <a:ahLst/>
              <a:cxnLst/>
              <a:rect l="l" t="t" r="r" b="b"/>
              <a:pathLst>
                <a:path w="60516" h="73276" extrusionOk="0">
                  <a:moveTo>
                    <a:pt x="60515" y="0"/>
                  </a:moveTo>
                  <a:lnTo>
                    <a:pt x="1" y="73276"/>
                  </a:lnTo>
                  <a:lnTo>
                    <a:pt x="692" y="73276"/>
                  </a:lnTo>
                  <a:lnTo>
                    <a:pt x="60515" y="825"/>
                  </a:lnTo>
                  <a:lnTo>
                    <a:pt x="60515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9"/>
            <p:cNvSpPr/>
            <p:nvPr/>
          </p:nvSpPr>
          <p:spPr>
            <a:xfrm>
              <a:off x="3419350" y="1498300"/>
              <a:ext cx="1464425" cy="1773100"/>
            </a:xfrm>
            <a:custGeom>
              <a:avLst/>
              <a:gdLst/>
              <a:ahLst/>
              <a:cxnLst/>
              <a:rect l="l" t="t" r="r" b="b"/>
              <a:pathLst>
                <a:path w="58577" h="70924" extrusionOk="0">
                  <a:moveTo>
                    <a:pt x="58576" y="0"/>
                  </a:moveTo>
                  <a:lnTo>
                    <a:pt x="1" y="70924"/>
                  </a:lnTo>
                  <a:lnTo>
                    <a:pt x="692" y="70924"/>
                  </a:lnTo>
                  <a:lnTo>
                    <a:pt x="58576" y="825"/>
                  </a:lnTo>
                  <a:lnTo>
                    <a:pt x="5857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9"/>
            <p:cNvSpPr/>
            <p:nvPr/>
          </p:nvSpPr>
          <p:spPr>
            <a:xfrm>
              <a:off x="3468100" y="1557075"/>
              <a:ext cx="1415675" cy="1714325"/>
            </a:xfrm>
            <a:custGeom>
              <a:avLst/>
              <a:gdLst/>
              <a:ahLst/>
              <a:cxnLst/>
              <a:rect l="l" t="t" r="r" b="b"/>
              <a:pathLst>
                <a:path w="56627" h="68573" extrusionOk="0">
                  <a:moveTo>
                    <a:pt x="56626" y="0"/>
                  </a:moveTo>
                  <a:lnTo>
                    <a:pt x="1" y="68573"/>
                  </a:lnTo>
                  <a:lnTo>
                    <a:pt x="681" y="68573"/>
                  </a:lnTo>
                  <a:lnTo>
                    <a:pt x="56626" y="836"/>
                  </a:lnTo>
                  <a:lnTo>
                    <a:pt x="5662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9"/>
            <p:cNvSpPr/>
            <p:nvPr/>
          </p:nvSpPr>
          <p:spPr>
            <a:xfrm>
              <a:off x="3516575" y="1615875"/>
              <a:ext cx="1367200" cy="1655525"/>
            </a:xfrm>
            <a:custGeom>
              <a:avLst/>
              <a:gdLst/>
              <a:ahLst/>
              <a:cxnLst/>
              <a:rect l="l" t="t" r="r" b="b"/>
              <a:pathLst>
                <a:path w="54688" h="66221" extrusionOk="0">
                  <a:moveTo>
                    <a:pt x="54687" y="0"/>
                  </a:moveTo>
                  <a:lnTo>
                    <a:pt x="1" y="66221"/>
                  </a:lnTo>
                  <a:lnTo>
                    <a:pt x="692" y="66221"/>
                  </a:lnTo>
                  <a:lnTo>
                    <a:pt x="54687" y="836"/>
                  </a:lnTo>
                  <a:lnTo>
                    <a:pt x="5468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9"/>
            <p:cNvSpPr/>
            <p:nvPr/>
          </p:nvSpPr>
          <p:spPr>
            <a:xfrm>
              <a:off x="3565350" y="1674650"/>
              <a:ext cx="1318425" cy="1596750"/>
            </a:xfrm>
            <a:custGeom>
              <a:avLst/>
              <a:gdLst/>
              <a:ahLst/>
              <a:cxnLst/>
              <a:rect l="l" t="t" r="r" b="b"/>
              <a:pathLst>
                <a:path w="52737" h="63870" extrusionOk="0">
                  <a:moveTo>
                    <a:pt x="52736" y="0"/>
                  </a:moveTo>
                  <a:lnTo>
                    <a:pt x="1" y="63870"/>
                  </a:lnTo>
                  <a:lnTo>
                    <a:pt x="680" y="63870"/>
                  </a:lnTo>
                  <a:lnTo>
                    <a:pt x="52736" y="836"/>
                  </a:lnTo>
                  <a:lnTo>
                    <a:pt x="5273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9"/>
            <p:cNvSpPr/>
            <p:nvPr/>
          </p:nvSpPr>
          <p:spPr>
            <a:xfrm>
              <a:off x="3613825" y="1733700"/>
              <a:ext cx="1269950" cy="1537700"/>
            </a:xfrm>
            <a:custGeom>
              <a:avLst/>
              <a:gdLst/>
              <a:ahLst/>
              <a:cxnLst/>
              <a:rect l="l" t="t" r="r" b="b"/>
              <a:pathLst>
                <a:path w="50798" h="61508" extrusionOk="0">
                  <a:moveTo>
                    <a:pt x="50797" y="1"/>
                  </a:moveTo>
                  <a:lnTo>
                    <a:pt x="1" y="61508"/>
                  </a:lnTo>
                  <a:lnTo>
                    <a:pt x="692" y="61508"/>
                  </a:lnTo>
                  <a:lnTo>
                    <a:pt x="50797" y="825"/>
                  </a:lnTo>
                  <a:lnTo>
                    <a:pt x="5079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9"/>
            <p:cNvSpPr/>
            <p:nvPr/>
          </p:nvSpPr>
          <p:spPr>
            <a:xfrm>
              <a:off x="3662300" y="1792500"/>
              <a:ext cx="1221475" cy="1478900"/>
            </a:xfrm>
            <a:custGeom>
              <a:avLst/>
              <a:gdLst/>
              <a:ahLst/>
              <a:cxnLst/>
              <a:rect l="l" t="t" r="r" b="b"/>
              <a:pathLst>
                <a:path w="48859" h="59156" extrusionOk="0">
                  <a:moveTo>
                    <a:pt x="48858" y="1"/>
                  </a:moveTo>
                  <a:lnTo>
                    <a:pt x="1" y="59156"/>
                  </a:lnTo>
                  <a:lnTo>
                    <a:pt x="692" y="59156"/>
                  </a:lnTo>
                  <a:lnTo>
                    <a:pt x="48858" y="825"/>
                  </a:lnTo>
                  <a:lnTo>
                    <a:pt x="4885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9"/>
            <p:cNvSpPr/>
            <p:nvPr/>
          </p:nvSpPr>
          <p:spPr>
            <a:xfrm>
              <a:off x="3711050" y="1851275"/>
              <a:ext cx="1172725" cy="1420125"/>
            </a:xfrm>
            <a:custGeom>
              <a:avLst/>
              <a:gdLst/>
              <a:ahLst/>
              <a:cxnLst/>
              <a:rect l="l" t="t" r="r" b="b"/>
              <a:pathLst>
                <a:path w="46909" h="56805" extrusionOk="0">
                  <a:moveTo>
                    <a:pt x="46908" y="1"/>
                  </a:moveTo>
                  <a:lnTo>
                    <a:pt x="1" y="56805"/>
                  </a:lnTo>
                  <a:lnTo>
                    <a:pt x="681" y="56805"/>
                  </a:lnTo>
                  <a:lnTo>
                    <a:pt x="46908" y="825"/>
                  </a:lnTo>
                  <a:lnTo>
                    <a:pt x="4690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9"/>
            <p:cNvSpPr/>
            <p:nvPr/>
          </p:nvSpPr>
          <p:spPr>
            <a:xfrm>
              <a:off x="3759525" y="1910075"/>
              <a:ext cx="1124250" cy="1361325"/>
            </a:xfrm>
            <a:custGeom>
              <a:avLst/>
              <a:gdLst/>
              <a:ahLst/>
              <a:cxnLst/>
              <a:rect l="l" t="t" r="r" b="b"/>
              <a:pathLst>
                <a:path w="44970" h="54453" extrusionOk="0">
                  <a:moveTo>
                    <a:pt x="44969" y="1"/>
                  </a:moveTo>
                  <a:lnTo>
                    <a:pt x="1" y="54453"/>
                  </a:lnTo>
                  <a:lnTo>
                    <a:pt x="692" y="54453"/>
                  </a:lnTo>
                  <a:lnTo>
                    <a:pt x="44969" y="836"/>
                  </a:lnTo>
                  <a:lnTo>
                    <a:pt x="4496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9"/>
            <p:cNvSpPr/>
            <p:nvPr/>
          </p:nvSpPr>
          <p:spPr>
            <a:xfrm>
              <a:off x="3808300" y="1968850"/>
              <a:ext cx="1075475" cy="1302550"/>
            </a:xfrm>
            <a:custGeom>
              <a:avLst/>
              <a:gdLst/>
              <a:ahLst/>
              <a:cxnLst/>
              <a:rect l="l" t="t" r="r" b="b"/>
              <a:pathLst>
                <a:path w="43019" h="52102" extrusionOk="0">
                  <a:moveTo>
                    <a:pt x="43018" y="1"/>
                  </a:moveTo>
                  <a:lnTo>
                    <a:pt x="1" y="52102"/>
                  </a:lnTo>
                  <a:lnTo>
                    <a:pt x="680" y="52102"/>
                  </a:lnTo>
                  <a:lnTo>
                    <a:pt x="43018" y="837"/>
                  </a:lnTo>
                  <a:lnTo>
                    <a:pt x="4301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9"/>
            <p:cNvSpPr/>
            <p:nvPr/>
          </p:nvSpPr>
          <p:spPr>
            <a:xfrm>
              <a:off x="3856775" y="2027650"/>
              <a:ext cx="1027000" cy="1243750"/>
            </a:xfrm>
            <a:custGeom>
              <a:avLst/>
              <a:gdLst/>
              <a:ahLst/>
              <a:cxnLst/>
              <a:rect l="l" t="t" r="r" b="b"/>
              <a:pathLst>
                <a:path w="41080" h="49750" extrusionOk="0">
                  <a:moveTo>
                    <a:pt x="41079" y="1"/>
                  </a:moveTo>
                  <a:lnTo>
                    <a:pt x="1" y="49750"/>
                  </a:lnTo>
                  <a:lnTo>
                    <a:pt x="692" y="49750"/>
                  </a:lnTo>
                  <a:lnTo>
                    <a:pt x="41079" y="836"/>
                  </a:lnTo>
                  <a:lnTo>
                    <a:pt x="4107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9"/>
            <p:cNvSpPr/>
            <p:nvPr/>
          </p:nvSpPr>
          <p:spPr>
            <a:xfrm>
              <a:off x="3905525" y="2086725"/>
              <a:ext cx="978250" cy="1184675"/>
            </a:xfrm>
            <a:custGeom>
              <a:avLst/>
              <a:gdLst/>
              <a:ahLst/>
              <a:cxnLst/>
              <a:rect l="l" t="t" r="r" b="b"/>
              <a:pathLst>
                <a:path w="39130" h="47387" extrusionOk="0">
                  <a:moveTo>
                    <a:pt x="39129" y="0"/>
                  </a:moveTo>
                  <a:lnTo>
                    <a:pt x="1" y="47387"/>
                  </a:lnTo>
                  <a:lnTo>
                    <a:pt x="681" y="47387"/>
                  </a:lnTo>
                  <a:lnTo>
                    <a:pt x="39129" y="825"/>
                  </a:lnTo>
                  <a:lnTo>
                    <a:pt x="39129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9"/>
            <p:cNvSpPr/>
            <p:nvPr/>
          </p:nvSpPr>
          <p:spPr>
            <a:xfrm>
              <a:off x="3954000" y="2145500"/>
              <a:ext cx="929775" cy="1125900"/>
            </a:xfrm>
            <a:custGeom>
              <a:avLst/>
              <a:gdLst/>
              <a:ahLst/>
              <a:cxnLst/>
              <a:rect l="l" t="t" r="r" b="b"/>
              <a:pathLst>
                <a:path w="37191" h="45036" extrusionOk="0">
                  <a:moveTo>
                    <a:pt x="37190" y="0"/>
                  </a:moveTo>
                  <a:lnTo>
                    <a:pt x="1" y="45036"/>
                  </a:lnTo>
                  <a:lnTo>
                    <a:pt x="681" y="45036"/>
                  </a:lnTo>
                  <a:lnTo>
                    <a:pt x="37190" y="825"/>
                  </a:lnTo>
                  <a:lnTo>
                    <a:pt x="3719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9"/>
            <p:cNvSpPr/>
            <p:nvPr/>
          </p:nvSpPr>
          <p:spPr>
            <a:xfrm>
              <a:off x="4002475" y="2204300"/>
              <a:ext cx="881300" cy="1067100"/>
            </a:xfrm>
            <a:custGeom>
              <a:avLst/>
              <a:gdLst/>
              <a:ahLst/>
              <a:cxnLst/>
              <a:rect l="l" t="t" r="r" b="b"/>
              <a:pathLst>
                <a:path w="35252" h="42684" extrusionOk="0">
                  <a:moveTo>
                    <a:pt x="35251" y="0"/>
                  </a:moveTo>
                  <a:lnTo>
                    <a:pt x="1" y="42684"/>
                  </a:lnTo>
                  <a:lnTo>
                    <a:pt x="692" y="42684"/>
                  </a:lnTo>
                  <a:lnTo>
                    <a:pt x="35251" y="825"/>
                  </a:lnTo>
                  <a:lnTo>
                    <a:pt x="3525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9"/>
            <p:cNvSpPr/>
            <p:nvPr/>
          </p:nvSpPr>
          <p:spPr>
            <a:xfrm>
              <a:off x="4051250" y="2263075"/>
              <a:ext cx="832525" cy="1008325"/>
            </a:xfrm>
            <a:custGeom>
              <a:avLst/>
              <a:gdLst/>
              <a:ahLst/>
              <a:cxnLst/>
              <a:rect l="l" t="t" r="r" b="b"/>
              <a:pathLst>
                <a:path w="33301" h="40333" extrusionOk="0">
                  <a:moveTo>
                    <a:pt x="33300" y="0"/>
                  </a:moveTo>
                  <a:lnTo>
                    <a:pt x="1" y="40333"/>
                  </a:lnTo>
                  <a:lnTo>
                    <a:pt x="680" y="40333"/>
                  </a:lnTo>
                  <a:lnTo>
                    <a:pt x="33300" y="837"/>
                  </a:lnTo>
                  <a:lnTo>
                    <a:pt x="3330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9"/>
            <p:cNvSpPr/>
            <p:nvPr/>
          </p:nvSpPr>
          <p:spPr>
            <a:xfrm>
              <a:off x="4099725" y="2321875"/>
              <a:ext cx="784050" cy="949525"/>
            </a:xfrm>
            <a:custGeom>
              <a:avLst/>
              <a:gdLst/>
              <a:ahLst/>
              <a:cxnLst/>
              <a:rect l="l" t="t" r="r" b="b"/>
              <a:pathLst>
                <a:path w="31362" h="37981" extrusionOk="0">
                  <a:moveTo>
                    <a:pt x="31361" y="0"/>
                  </a:moveTo>
                  <a:lnTo>
                    <a:pt x="1" y="37981"/>
                  </a:lnTo>
                  <a:lnTo>
                    <a:pt x="692" y="37981"/>
                  </a:lnTo>
                  <a:lnTo>
                    <a:pt x="31361" y="836"/>
                  </a:lnTo>
                  <a:lnTo>
                    <a:pt x="3136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9"/>
            <p:cNvSpPr/>
            <p:nvPr/>
          </p:nvSpPr>
          <p:spPr>
            <a:xfrm>
              <a:off x="4148475" y="2380650"/>
              <a:ext cx="735300" cy="890750"/>
            </a:xfrm>
            <a:custGeom>
              <a:avLst/>
              <a:gdLst/>
              <a:ahLst/>
              <a:cxnLst/>
              <a:rect l="l" t="t" r="r" b="b"/>
              <a:pathLst>
                <a:path w="29412" h="35630" extrusionOk="0">
                  <a:moveTo>
                    <a:pt x="29411" y="0"/>
                  </a:moveTo>
                  <a:lnTo>
                    <a:pt x="1" y="35630"/>
                  </a:lnTo>
                  <a:lnTo>
                    <a:pt x="681" y="35630"/>
                  </a:lnTo>
                  <a:lnTo>
                    <a:pt x="29411" y="837"/>
                  </a:lnTo>
                  <a:lnTo>
                    <a:pt x="2941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9"/>
            <p:cNvSpPr/>
            <p:nvPr/>
          </p:nvSpPr>
          <p:spPr>
            <a:xfrm>
              <a:off x="4196950" y="2439725"/>
              <a:ext cx="686825" cy="831675"/>
            </a:xfrm>
            <a:custGeom>
              <a:avLst/>
              <a:gdLst/>
              <a:ahLst/>
              <a:cxnLst/>
              <a:rect l="l" t="t" r="r" b="b"/>
              <a:pathLst>
                <a:path w="27473" h="33267" extrusionOk="0">
                  <a:moveTo>
                    <a:pt x="27472" y="0"/>
                  </a:moveTo>
                  <a:lnTo>
                    <a:pt x="1" y="33267"/>
                  </a:lnTo>
                  <a:lnTo>
                    <a:pt x="681" y="33267"/>
                  </a:lnTo>
                  <a:lnTo>
                    <a:pt x="27472" y="825"/>
                  </a:lnTo>
                  <a:lnTo>
                    <a:pt x="2747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9"/>
            <p:cNvSpPr/>
            <p:nvPr/>
          </p:nvSpPr>
          <p:spPr>
            <a:xfrm>
              <a:off x="4245425" y="2498500"/>
              <a:ext cx="638350" cy="772900"/>
            </a:xfrm>
            <a:custGeom>
              <a:avLst/>
              <a:gdLst/>
              <a:ahLst/>
              <a:cxnLst/>
              <a:rect l="l" t="t" r="r" b="b"/>
              <a:pathLst>
                <a:path w="25534" h="30916" extrusionOk="0">
                  <a:moveTo>
                    <a:pt x="25533" y="1"/>
                  </a:moveTo>
                  <a:lnTo>
                    <a:pt x="1" y="30916"/>
                  </a:lnTo>
                  <a:lnTo>
                    <a:pt x="692" y="30916"/>
                  </a:lnTo>
                  <a:lnTo>
                    <a:pt x="25533" y="826"/>
                  </a:lnTo>
                  <a:lnTo>
                    <a:pt x="2553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9"/>
            <p:cNvSpPr/>
            <p:nvPr/>
          </p:nvSpPr>
          <p:spPr>
            <a:xfrm>
              <a:off x="4294200" y="2557300"/>
              <a:ext cx="589575" cy="714100"/>
            </a:xfrm>
            <a:custGeom>
              <a:avLst/>
              <a:gdLst/>
              <a:ahLst/>
              <a:cxnLst/>
              <a:rect l="l" t="t" r="r" b="b"/>
              <a:pathLst>
                <a:path w="23583" h="28564" extrusionOk="0">
                  <a:moveTo>
                    <a:pt x="23582" y="0"/>
                  </a:moveTo>
                  <a:lnTo>
                    <a:pt x="1" y="28564"/>
                  </a:lnTo>
                  <a:lnTo>
                    <a:pt x="680" y="28564"/>
                  </a:lnTo>
                  <a:lnTo>
                    <a:pt x="23582" y="825"/>
                  </a:lnTo>
                  <a:lnTo>
                    <a:pt x="2358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9"/>
            <p:cNvSpPr/>
            <p:nvPr/>
          </p:nvSpPr>
          <p:spPr>
            <a:xfrm>
              <a:off x="4342675" y="2616075"/>
              <a:ext cx="541100" cy="655325"/>
            </a:xfrm>
            <a:custGeom>
              <a:avLst/>
              <a:gdLst/>
              <a:ahLst/>
              <a:cxnLst/>
              <a:rect l="l" t="t" r="r" b="b"/>
              <a:pathLst>
                <a:path w="21644" h="26213" extrusionOk="0">
                  <a:moveTo>
                    <a:pt x="21643" y="1"/>
                  </a:moveTo>
                  <a:lnTo>
                    <a:pt x="1" y="26213"/>
                  </a:lnTo>
                  <a:lnTo>
                    <a:pt x="692" y="26213"/>
                  </a:lnTo>
                  <a:lnTo>
                    <a:pt x="21643" y="826"/>
                  </a:lnTo>
                  <a:lnTo>
                    <a:pt x="216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9"/>
            <p:cNvSpPr/>
            <p:nvPr/>
          </p:nvSpPr>
          <p:spPr>
            <a:xfrm>
              <a:off x="4391425" y="2674850"/>
              <a:ext cx="492350" cy="596550"/>
            </a:xfrm>
            <a:custGeom>
              <a:avLst/>
              <a:gdLst/>
              <a:ahLst/>
              <a:cxnLst/>
              <a:rect l="l" t="t" r="r" b="b"/>
              <a:pathLst>
                <a:path w="19694" h="23862" extrusionOk="0">
                  <a:moveTo>
                    <a:pt x="19693" y="1"/>
                  </a:moveTo>
                  <a:lnTo>
                    <a:pt x="1" y="23862"/>
                  </a:lnTo>
                  <a:lnTo>
                    <a:pt x="681" y="23862"/>
                  </a:lnTo>
                  <a:lnTo>
                    <a:pt x="19693" y="837"/>
                  </a:lnTo>
                  <a:lnTo>
                    <a:pt x="1969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9"/>
            <p:cNvSpPr/>
            <p:nvPr/>
          </p:nvSpPr>
          <p:spPr>
            <a:xfrm>
              <a:off x="4439900" y="2733650"/>
              <a:ext cx="443875" cy="537750"/>
            </a:xfrm>
            <a:custGeom>
              <a:avLst/>
              <a:gdLst/>
              <a:ahLst/>
              <a:cxnLst/>
              <a:rect l="l" t="t" r="r" b="b"/>
              <a:pathLst>
                <a:path w="17755" h="21510" extrusionOk="0">
                  <a:moveTo>
                    <a:pt x="17754" y="1"/>
                  </a:moveTo>
                  <a:lnTo>
                    <a:pt x="1" y="21510"/>
                  </a:lnTo>
                  <a:lnTo>
                    <a:pt x="692" y="21510"/>
                  </a:lnTo>
                  <a:lnTo>
                    <a:pt x="17754" y="836"/>
                  </a:lnTo>
                  <a:lnTo>
                    <a:pt x="1775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9"/>
            <p:cNvSpPr/>
            <p:nvPr/>
          </p:nvSpPr>
          <p:spPr>
            <a:xfrm>
              <a:off x="4488375" y="2792725"/>
              <a:ext cx="395400" cy="478675"/>
            </a:xfrm>
            <a:custGeom>
              <a:avLst/>
              <a:gdLst/>
              <a:ahLst/>
              <a:cxnLst/>
              <a:rect l="l" t="t" r="r" b="b"/>
              <a:pathLst>
                <a:path w="15816" h="19147" extrusionOk="0">
                  <a:moveTo>
                    <a:pt x="15815" y="1"/>
                  </a:moveTo>
                  <a:lnTo>
                    <a:pt x="1" y="19147"/>
                  </a:lnTo>
                  <a:lnTo>
                    <a:pt x="692" y="19147"/>
                  </a:lnTo>
                  <a:lnTo>
                    <a:pt x="15815" y="825"/>
                  </a:lnTo>
                  <a:lnTo>
                    <a:pt x="1581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9"/>
            <p:cNvSpPr/>
            <p:nvPr/>
          </p:nvSpPr>
          <p:spPr>
            <a:xfrm>
              <a:off x="4537150" y="2851500"/>
              <a:ext cx="346625" cy="419900"/>
            </a:xfrm>
            <a:custGeom>
              <a:avLst/>
              <a:gdLst/>
              <a:ahLst/>
              <a:cxnLst/>
              <a:rect l="l" t="t" r="r" b="b"/>
              <a:pathLst>
                <a:path w="13865" h="16796" extrusionOk="0">
                  <a:moveTo>
                    <a:pt x="13864" y="1"/>
                  </a:moveTo>
                  <a:lnTo>
                    <a:pt x="1" y="16796"/>
                  </a:lnTo>
                  <a:lnTo>
                    <a:pt x="680" y="16796"/>
                  </a:lnTo>
                  <a:lnTo>
                    <a:pt x="13864" y="825"/>
                  </a:lnTo>
                  <a:lnTo>
                    <a:pt x="138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9"/>
            <p:cNvSpPr/>
            <p:nvPr/>
          </p:nvSpPr>
          <p:spPr>
            <a:xfrm>
              <a:off x="4585625" y="2910300"/>
              <a:ext cx="298150" cy="361100"/>
            </a:xfrm>
            <a:custGeom>
              <a:avLst/>
              <a:gdLst/>
              <a:ahLst/>
              <a:cxnLst/>
              <a:rect l="l" t="t" r="r" b="b"/>
              <a:pathLst>
                <a:path w="11926" h="14444" extrusionOk="0">
                  <a:moveTo>
                    <a:pt x="11925" y="1"/>
                  </a:moveTo>
                  <a:lnTo>
                    <a:pt x="1" y="14444"/>
                  </a:lnTo>
                  <a:lnTo>
                    <a:pt x="692" y="14444"/>
                  </a:lnTo>
                  <a:lnTo>
                    <a:pt x="11925" y="825"/>
                  </a:lnTo>
                  <a:lnTo>
                    <a:pt x="119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9"/>
            <p:cNvSpPr/>
            <p:nvPr/>
          </p:nvSpPr>
          <p:spPr>
            <a:xfrm>
              <a:off x="4634375" y="2969075"/>
              <a:ext cx="249400" cy="302325"/>
            </a:xfrm>
            <a:custGeom>
              <a:avLst/>
              <a:gdLst/>
              <a:ahLst/>
              <a:cxnLst/>
              <a:rect l="l" t="t" r="r" b="b"/>
              <a:pathLst>
                <a:path w="9976" h="12093" extrusionOk="0">
                  <a:moveTo>
                    <a:pt x="9975" y="1"/>
                  </a:moveTo>
                  <a:lnTo>
                    <a:pt x="1" y="12093"/>
                  </a:lnTo>
                  <a:lnTo>
                    <a:pt x="681" y="12093"/>
                  </a:lnTo>
                  <a:lnTo>
                    <a:pt x="9975" y="825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9"/>
            <p:cNvSpPr/>
            <p:nvPr/>
          </p:nvSpPr>
          <p:spPr>
            <a:xfrm>
              <a:off x="4682850" y="3027875"/>
              <a:ext cx="200925" cy="243525"/>
            </a:xfrm>
            <a:custGeom>
              <a:avLst/>
              <a:gdLst/>
              <a:ahLst/>
              <a:cxnLst/>
              <a:rect l="l" t="t" r="r" b="b"/>
              <a:pathLst>
                <a:path w="8037" h="9741" extrusionOk="0">
                  <a:moveTo>
                    <a:pt x="8036" y="1"/>
                  </a:moveTo>
                  <a:lnTo>
                    <a:pt x="1" y="9741"/>
                  </a:lnTo>
                  <a:lnTo>
                    <a:pt x="692" y="9741"/>
                  </a:lnTo>
                  <a:lnTo>
                    <a:pt x="8036" y="836"/>
                  </a:lnTo>
                  <a:lnTo>
                    <a:pt x="803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9"/>
            <p:cNvSpPr/>
            <p:nvPr/>
          </p:nvSpPr>
          <p:spPr>
            <a:xfrm>
              <a:off x="4731625" y="3086650"/>
              <a:ext cx="152150" cy="184750"/>
            </a:xfrm>
            <a:custGeom>
              <a:avLst/>
              <a:gdLst/>
              <a:ahLst/>
              <a:cxnLst/>
              <a:rect l="l" t="t" r="r" b="b"/>
              <a:pathLst>
                <a:path w="6086" h="7390" extrusionOk="0">
                  <a:moveTo>
                    <a:pt x="6085" y="1"/>
                  </a:moveTo>
                  <a:lnTo>
                    <a:pt x="0" y="7390"/>
                  </a:lnTo>
                  <a:lnTo>
                    <a:pt x="680" y="7390"/>
                  </a:lnTo>
                  <a:lnTo>
                    <a:pt x="6085" y="837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9"/>
            <p:cNvSpPr/>
            <p:nvPr/>
          </p:nvSpPr>
          <p:spPr>
            <a:xfrm>
              <a:off x="4780100" y="3145725"/>
              <a:ext cx="103675" cy="125675"/>
            </a:xfrm>
            <a:custGeom>
              <a:avLst/>
              <a:gdLst/>
              <a:ahLst/>
              <a:cxnLst/>
              <a:rect l="l" t="t" r="r" b="b"/>
              <a:pathLst>
                <a:path w="4147" h="5027" extrusionOk="0">
                  <a:moveTo>
                    <a:pt x="4146" y="0"/>
                  </a:moveTo>
                  <a:lnTo>
                    <a:pt x="1" y="5027"/>
                  </a:lnTo>
                  <a:lnTo>
                    <a:pt x="680" y="5027"/>
                  </a:lnTo>
                  <a:lnTo>
                    <a:pt x="4146" y="825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9"/>
            <p:cNvSpPr/>
            <p:nvPr/>
          </p:nvSpPr>
          <p:spPr>
            <a:xfrm>
              <a:off x="4828575" y="3204525"/>
              <a:ext cx="55200" cy="66875"/>
            </a:xfrm>
            <a:custGeom>
              <a:avLst/>
              <a:gdLst/>
              <a:ahLst/>
              <a:cxnLst/>
              <a:rect l="l" t="t" r="r" b="b"/>
              <a:pathLst>
                <a:path w="2208" h="2675" extrusionOk="0">
                  <a:moveTo>
                    <a:pt x="2207" y="0"/>
                  </a:moveTo>
                  <a:lnTo>
                    <a:pt x="1" y="2675"/>
                  </a:lnTo>
                  <a:lnTo>
                    <a:pt x="692" y="2675"/>
                  </a:lnTo>
                  <a:lnTo>
                    <a:pt x="2207" y="825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9"/>
            <p:cNvSpPr/>
            <p:nvPr/>
          </p:nvSpPr>
          <p:spPr>
            <a:xfrm>
              <a:off x="4877325" y="3263300"/>
              <a:ext cx="6450" cy="8100"/>
            </a:xfrm>
            <a:custGeom>
              <a:avLst/>
              <a:gdLst/>
              <a:ahLst/>
              <a:cxnLst/>
              <a:rect l="l" t="t" r="r" b="b"/>
              <a:pathLst>
                <a:path w="258" h="324" extrusionOk="0">
                  <a:moveTo>
                    <a:pt x="257" y="0"/>
                  </a:moveTo>
                  <a:lnTo>
                    <a:pt x="1" y="324"/>
                  </a:lnTo>
                  <a:lnTo>
                    <a:pt x="257" y="324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0" name="Google Shape;3190;p9"/>
          <p:cNvSpPr txBox="1">
            <a:spLocks noGrp="1"/>
          </p:cNvSpPr>
          <p:nvPr>
            <p:ph type="title"/>
          </p:nvPr>
        </p:nvSpPr>
        <p:spPr>
          <a:xfrm>
            <a:off x="715100" y="913038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91" name="Google Shape;3191;p9"/>
          <p:cNvSpPr txBox="1">
            <a:spLocks noGrp="1"/>
          </p:cNvSpPr>
          <p:nvPr>
            <p:ph type="subTitle" idx="1"/>
          </p:nvPr>
        </p:nvSpPr>
        <p:spPr>
          <a:xfrm>
            <a:off x="715200" y="1754838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7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8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29" name="Google Shape;8429;p31"/>
          <p:cNvGrpSpPr/>
          <p:nvPr/>
        </p:nvGrpSpPr>
        <p:grpSpPr>
          <a:xfrm>
            <a:off x="-5" y="-771"/>
            <a:ext cx="9144010" cy="5145042"/>
            <a:chOff x="1582450" y="1413850"/>
            <a:chExt cx="3301325" cy="1857550"/>
          </a:xfrm>
        </p:grpSpPr>
        <p:sp>
          <p:nvSpPr>
            <p:cNvPr id="8430" name="Google Shape;8430;p31"/>
            <p:cNvSpPr/>
            <p:nvPr/>
          </p:nvSpPr>
          <p:spPr>
            <a:xfrm>
              <a:off x="1582450" y="1413850"/>
              <a:ext cx="35425" cy="42675"/>
            </a:xfrm>
            <a:custGeom>
              <a:avLst/>
              <a:gdLst/>
              <a:ahLst/>
              <a:cxnLst/>
              <a:rect l="l" t="t" r="r" b="b"/>
              <a:pathLst>
                <a:path w="1417" h="1707" extrusionOk="0">
                  <a:moveTo>
                    <a:pt x="726" y="1"/>
                  </a:moveTo>
                  <a:lnTo>
                    <a:pt x="1" y="882"/>
                  </a:lnTo>
                  <a:lnTo>
                    <a:pt x="1" y="1706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31"/>
            <p:cNvSpPr/>
            <p:nvPr/>
          </p:nvSpPr>
          <p:spPr>
            <a:xfrm>
              <a:off x="1582450" y="1413850"/>
              <a:ext cx="83900" cy="101750"/>
            </a:xfrm>
            <a:custGeom>
              <a:avLst/>
              <a:gdLst/>
              <a:ahLst/>
              <a:cxnLst/>
              <a:rect l="l" t="t" r="r" b="b"/>
              <a:pathLst>
                <a:path w="3356" h="4070" extrusionOk="0">
                  <a:moveTo>
                    <a:pt x="2676" y="1"/>
                  </a:moveTo>
                  <a:lnTo>
                    <a:pt x="1" y="3233"/>
                  </a:lnTo>
                  <a:lnTo>
                    <a:pt x="1" y="4069"/>
                  </a:lnTo>
                  <a:lnTo>
                    <a:pt x="335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31"/>
            <p:cNvSpPr/>
            <p:nvPr/>
          </p:nvSpPr>
          <p:spPr>
            <a:xfrm>
              <a:off x="1582450" y="1413850"/>
              <a:ext cx="132650" cy="160525"/>
            </a:xfrm>
            <a:custGeom>
              <a:avLst/>
              <a:gdLst/>
              <a:ahLst/>
              <a:cxnLst/>
              <a:rect l="l" t="t" r="r" b="b"/>
              <a:pathLst>
                <a:path w="5306" h="6421" extrusionOk="0">
                  <a:moveTo>
                    <a:pt x="4615" y="1"/>
                  </a:moveTo>
                  <a:lnTo>
                    <a:pt x="1" y="5585"/>
                  </a:lnTo>
                  <a:lnTo>
                    <a:pt x="1" y="6420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31"/>
            <p:cNvSpPr/>
            <p:nvPr/>
          </p:nvSpPr>
          <p:spPr>
            <a:xfrm>
              <a:off x="1582450" y="1413850"/>
              <a:ext cx="181125" cy="219325"/>
            </a:xfrm>
            <a:custGeom>
              <a:avLst/>
              <a:gdLst/>
              <a:ahLst/>
              <a:cxnLst/>
              <a:rect l="l" t="t" r="r" b="b"/>
              <a:pathLst>
                <a:path w="7245" h="8773" extrusionOk="0">
                  <a:moveTo>
                    <a:pt x="6554" y="1"/>
                  </a:moveTo>
                  <a:lnTo>
                    <a:pt x="1" y="7947"/>
                  </a:lnTo>
                  <a:lnTo>
                    <a:pt x="1" y="8772"/>
                  </a:lnTo>
                  <a:lnTo>
                    <a:pt x="724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31"/>
            <p:cNvSpPr/>
            <p:nvPr/>
          </p:nvSpPr>
          <p:spPr>
            <a:xfrm>
              <a:off x="1582450" y="1413850"/>
              <a:ext cx="229600" cy="278100"/>
            </a:xfrm>
            <a:custGeom>
              <a:avLst/>
              <a:gdLst/>
              <a:ahLst/>
              <a:cxnLst/>
              <a:rect l="l" t="t" r="r" b="b"/>
              <a:pathLst>
                <a:path w="9184" h="11124" extrusionOk="0">
                  <a:moveTo>
                    <a:pt x="8505" y="1"/>
                  </a:moveTo>
                  <a:lnTo>
                    <a:pt x="1" y="10298"/>
                  </a:lnTo>
                  <a:lnTo>
                    <a:pt x="1" y="11123"/>
                  </a:lnTo>
                  <a:lnTo>
                    <a:pt x="918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31"/>
            <p:cNvSpPr/>
            <p:nvPr/>
          </p:nvSpPr>
          <p:spPr>
            <a:xfrm>
              <a:off x="1582450" y="1413850"/>
              <a:ext cx="278375" cy="336900"/>
            </a:xfrm>
            <a:custGeom>
              <a:avLst/>
              <a:gdLst/>
              <a:ahLst/>
              <a:cxnLst/>
              <a:rect l="l" t="t" r="r" b="b"/>
              <a:pathLst>
                <a:path w="11135" h="13476" extrusionOk="0">
                  <a:moveTo>
                    <a:pt x="10444" y="1"/>
                  </a:moveTo>
                  <a:lnTo>
                    <a:pt x="1" y="12650"/>
                  </a:lnTo>
                  <a:lnTo>
                    <a:pt x="1" y="13475"/>
                  </a:lnTo>
                  <a:lnTo>
                    <a:pt x="111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31"/>
            <p:cNvSpPr/>
            <p:nvPr/>
          </p:nvSpPr>
          <p:spPr>
            <a:xfrm>
              <a:off x="1582450" y="1413850"/>
              <a:ext cx="326850" cy="395675"/>
            </a:xfrm>
            <a:custGeom>
              <a:avLst/>
              <a:gdLst/>
              <a:ahLst/>
              <a:cxnLst/>
              <a:rect l="l" t="t" r="r" b="b"/>
              <a:pathLst>
                <a:path w="13074" h="15827" extrusionOk="0">
                  <a:moveTo>
                    <a:pt x="12394" y="1"/>
                  </a:moveTo>
                  <a:lnTo>
                    <a:pt x="1" y="15001"/>
                  </a:lnTo>
                  <a:lnTo>
                    <a:pt x="1" y="15826"/>
                  </a:lnTo>
                  <a:lnTo>
                    <a:pt x="1307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31"/>
            <p:cNvSpPr/>
            <p:nvPr/>
          </p:nvSpPr>
          <p:spPr>
            <a:xfrm>
              <a:off x="1582450" y="1413850"/>
              <a:ext cx="375600" cy="454725"/>
            </a:xfrm>
            <a:custGeom>
              <a:avLst/>
              <a:gdLst/>
              <a:ahLst/>
              <a:cxnLst/>
              <a:rect l="l" t="t" r="r" b="b"/>
              <a:pathLst>
                <a:path w="15024" h="18189" extrusionOk="0">
                  <a:moveTo>
                    <a:pt x="14333" y="1"/>
                  </a:moveTo>
                  <a:lnTo>
                    <a:pt x="1" y="17353"/>
                  </a:lnTo>
                  <a:lnTo>
                    <a:pt x="1" y="18189"/>
                  </a:lnTo>
                  <a:lnTo>
                    <a:pt x="1502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31"/>
            <p:cNvSpPr/>
            <p:nvPr/>
          </p:nvSpPr>
          <p:spPr>
            <a:xfrm>
              <a:off x="1582450" y="1413850"/>
              <a:ext cx="424075" cy="513525"/>
            </a:xfrm>
            <a:custGeom>
              <a:avLst/>
              <a:gdLst/>
              <a:ahLst/>
              <a:cxnLst/>
              <a:rect l="l" t="t" r="r" b="b"/>
              <a:pathLst>
                <a:path w="16963" h="20541" extrusionOk="0">
                  <a:moveTo>
                    <a:pt x="16283" y="1"/>
                  </a:moveTo>
                  <a:lnTo>
                    <a:pt x="1" y="19704"/>
                  </a:lnTo>
                  <a:lnTo>
                    <a:pt x="1" y="20541"/>
                  </a:lnTo>
                  <a:lnTo>
                    <a:pt x="1696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31"/>
            <p:cNvSpPr/>
            <p:nvPr/>
          </p:nvSpPr>
          <p:spPr>
            <a:xfrm>
              <a:off x="1582450" y="1413850"/>
              <a:ext cx="472550" cy="572300"/>
            </a:xfrm>
            <a:custGeom>
              <a:avLst/>
              <a:gdLst/>
              <a:ahLst/>
              <a:cxnLst/>
              <a:rect l="l" t="t" r="r" b="b"/>
              <a:pathLst>
                <a:path w="18902" h="22892" extrusionOk="0">
                  <a:moveTo>
                    <a:pt x="18223" y="1"/>
                  </a:moveTo>
                  <a:lnTo>
                    <a:pt x="1" y="22067"/>
                  </a:lnTo>
                  <a:lnTo>
                    <a:pt x="1" y="22892"/>
                  </a:lnTo>
                  <a:lnTo>
                    <a:pt x="1890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31"/>
            <p:cNvSpPr/>
            <p:nvPr/>
          </p:nvSpPr>
          <p:spPr>
            <a:xfrm>
              <a:off x="1582450" y="1413850"/>
              <a:ext cx="521325" cy="631100"/>
            </a:xfrm>
            <a:custGeom>
              <a:avLst/>
              <a:gdLst/>
              <a:ahLst/>
              <a:cxnLst/>
              <a:rect l="l" t="t" r="r" b="b"/>
              <a:pathLst>
                <a:path w="20853" h="25244" extrusionOk="0">
                  <a:moveTo>
                    <a:pt x="20162" y="1"/>
                  </a:moveTo>
                  <a:lnTo>
                    <a:pt x="1" y="24419"/>
                  </a:lnTo>
                  <a:lnTo>
                    <a:pt x="1" y="25244"/>
                  </a:lnTo>
                  <a:lnTo>
                    <a:pt x="208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31"/>
            <p:cNvSpPr/>
            <p:nvPr/>
          </p:nvSpPr>
          <p:spPr>
            <a:xfrm>
              <a:off x="1582450" y="1413850"/>
              <a:ext cx="569800" cy="689875"/>
            </a:xfrm>
            <a:custGeom>
              <a:avLst/>
              <a:gdLst/>
              <a:ahLst/>
              <a:cxnLst/>
              <a:rect l="l" t="t" r="r" b="b"/>
              <a:pathLst>
                <a:path w="22792" h="27595" extrusionOk="0">
                  <a:moveTo>
                    <a:pt x="22112" y="1"/>
                  </a:moveTo>
                  <a:lnTo>
                    <a:pt x="1" y="26770"/>
                  </a:lnTo>
                  <a:lnTo>
                    <a:pt x="1" y="27595"/>
                  </a:lnTo>
                  <a:lnTo>
                    <a:pt x="2279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31"/>
            <p:cNvSpPr/>
            <p:nvPr/>
          </p:nvSpPr>
          <p:spPr>
            <a:xfrm>
              <a:off x="1582450" y="1413850"/>
              <a:ext cx="618550" cy="748675"/>
            </a:xfrm>
            <a:custGeom>
              <a:avLst/>
              <a:gdLst/>
              <a:ahLst/>
              <a:cxnLst/>
              <a:rect l="l" t="t" r="r" b="b"/>
              <a:pathLst>
                <a:path w="24742" h="29947" extrusionOk="0">
                  <a:moveTo>
                    <a:pt x="24051" y="1"/>
                  </a:moveTo>
                  <a:lnTo>
                    <a:pt x="1" y="29122"/>
                  </a:lnTo>
                  <a:lnTo>
                    <a:pt x="1" y="29947"/>
                  </a:lnTo>
                  <a:lnTo>
                    <a:pt x="247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31"/>
            <p:cNvSpPr/>
            <p:nvPr/>
          </p:nvSpPr>
          <p:spPr>
            <a:xfrm>
              <a:off x="1582450" y="1413850"/>
              <a:ext cx="667025" cy="807750"/>
            </a:xfrm>
            <a:custGeom>
              <a:avLst/>
              <a:gdLst/>
              <a:ahLst/>
              <a:cxnLst/>
              <a:rect l="l" t="t" r="r" b="b"/>
              <a:pathLst>
                <a:path w="26681" h="32310" extrusionOk="0">
                  <a:moveTo>
                    <a:pt x="26001" y="1"/>
                  </a:moveTo>
                  <a:lnTo>
                    <a:pt x="1" y="31473"/>
                  </a:lnTo>
                  <a:lnTo>
                    <a:pt x="1" y="32309"/>
                  </a:lnTo>
                  <a:lnTo>
                    <a:pt x="2668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31"/>
            <p:cNvSpPr/>
            <p:nvPr/>
          </p:nvSpPr>
          <p:spPr>
            <a:xfrm>
              <a:off x="1582450" y="1413850"/>
              <a:ext cx="715500" cy="866525"/>
            </a:xfrm>
            <a:custGeom>
              <a:avLst/>
              <a:gdLst/>
              <a:ahLst/>
              <a:cxnLst/>
              <a:rect l="l" t="t" r="r" b="b"/>
              <a:pathLst>
                <a:path w="28620" h="34661" extrusionOk="0">
                  <a:moveTo>
                    <a:pt x="27941" y="1"/>
                  </a:moveTo>
                  <a:lnTo>
                    <a:pt x="1" y="33825"/>
                  </a:lnTo>
                  <a:lnTo>
                    <a:pt x="1" y="34660"/>
                  </a:lnTo>
                  <a:lnTo>
                    <a:pt x="2862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31"/>
            <p:cNvSpPr/>
            <p:nvPr/>
          </p:nvSpPr>
          <p:spPr>
            <a:xfrm>
              <a:off x="1582450" y="1413850"/>
              <a:ext cx="764275" cy="925325"/>
            </a:xfrm>
            <a:custGeom>
              <a:avLst/>
              <a:gdLst/>
              <a:ahLst/>
              <a:cxnLst/>
              <a:rect l="l" t="t" r="r" b="b"/>
              <a:pathLst>
                <a:path w="30571" h="37013" extrusionOk="0">
                  <a:moveTo>
                    <a:pt x="29880" y="1"/>
                  </a:moveTo>
                  <a:lnTo>
                    <a:pt x="1" y="36188"/>
                  </a:lnTo>
                  <a:lnTo>
                    <a:pt x="1" y="37012"/>
                  </a:lnTo>
                  <a:lnTo>
                    <a:pt x="3057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31"/>
            <p:cNvSpPr/>
            <p:nvPr/>
          </p:nvSpPr>
          <p:spPr>
            <a:xfrm>
              <a:off x="1582450" y="1413850"/>
              <a:ext cx="812750" cy="984100"/>
            </a:xfrm>
            <a:custGeom>
              <a:avLst/>
              <a:gdLst/>
              <a:ahLst/>
              <a:cxnLst/>
              <a:rect l="l" t="t" r="r" b="b"/>
              <a:pathLst>
                <a:path w="32510" h="39364" extrusionOk="0">
                  <a:moveTo>
                    <a:pt x="31830" y="1"/>
                  </a:moveTo>
                  <a:lnTo>
                    <a:pt x="1" y="38539"/>
                  </a:lnTo>
                  <a:lnTo>
                    <a:pt x="1" y="39363"/>
                  </a:lnTo>
                  <a:lnTo>
                    <a:pt x="3251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31"/>
            <p:cNvSpPr/>
            <p:nvPr/>
          </p:nvSpPr>
          <p:spPr>
            <a:xfrm>
              <a:off x="1582450" y="1413850"/>
              <a:ext cx="861500" cy="1042900"/>
            </a:xfrm>
            <a:custGeom>
              <a:avLst/>
              <a:gdLst/>
              <a:ahLst/>
              <a:cxnLst/>
              <a:rect l="l" t="t" r="r" b="b"/>
              <a:pathLst>
                <a:path w="34460" h="41716" extrusionOk="0">
                  <a:moveTo>
                    <a:pt x="33769" y="1"/>
                  </a:moveTo>
                  <a:lnTo>
                    <a:pt x="1" y="40891"/>
                  </a:lnTo>
                  <a:lnTo>
                    <a:pt x="1" y="41715"/>
                  </a:lnTo>
                  <a:lnTo>
                    <a:pt x="3446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31"/>
            <p:cNvSpPr/>
            <p:nvPr/>
          </p:nvSpPr>
          <p:spPr>
            <a:xfrm>
              <a:off x="1582450" y="1413850"/>
              <a:ext cx="909975" cy="1101675"/>
            </a:xfrm>
            <a:custGeom>
              <a:avLst/>
              <a:gdLst/>
              <a:ahLst/>
              <a:cxnLst/>
              <a:rect l="l" t="t" r="r" b="b"/>
              <a:pathLst>
                <a:path w="36399" h="44067" extrusionOk="0">
                  <a:moveTo>
                    <a:pt x="35719" y="1"/>
                  </a:moveTo>
                  <a:lnTo>
                    <a:pt x="1" y="43242"/>
                  </a:lnTo>
                  <a:lnTo>
                    <a:pt x="1" y="44066"/>
                  </a:lnTo>
                  <a:lnTo>
                    <a:pt x="3639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31"/>
            <p:cNvSpPr/>
            <p:nvPr/>
          </p:nvSpPr>
          <p:spPr>
            <a:xfrm>
              <a:off x="1582450" y="1413850"/>
              <a:ext cx="958750" cy="1160725"/>
            </a:xfrm>
            <a:custGeom>
              <a:avLst/>
              <a:gdLst/>
              <a:ahLst/>
              <a:cxnLst/>
              <a:rect l="l" t="t" r="r" b="b"/>
              <a:pathLst>
                <a:path w="38350" h="46429" extrusionOk="0">
                  <a:moveTo>
                    <a:pt x="37659" y="1"/>
                  </a:moveTo>
                  <a:lnTo>
                    <a:pt x="1" y="45594"/>
                  </a:lnTo>
                  <a:lnTo>
                    <a:pt x="1" y="46429"/>
                  </a:lnTo>
                  <a:lnTo>
                    <a:pt x="3834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31"/>
            <p:cNvSpPr/>
            <p:nvPr/>
          </p:nvSpPr>
          <p:spPr>
            <a:xfrm>
              <a:off x="1582450" y="1413850"/>
              <a:ext cx="1007225" cy="1219525"/>
            </a:xfrm>
            <a:custGeom>
              <a:avLst/>
              <a:gdLst/>
              <a:ahLst/>
              <a:cxnLst/>
              <a:rect l="l" t="t" r="r" b="b"/>
              <a:pathLst>
                <a:path w="40289" h="48781" extrusionOk="0">
                  <a:moveTo>
                    <a:pt x="39598" y="1"/>
                  </a:moveTo>
                  <a:lnTo>
                    <a:pt x="1" y="47945"/>
                  </a:lnTo>
                  <a:lnTo>
                    <a:pt x="1" y="48781"/>
                  </a:lnTo>
                  <a:lnTo>
                    <a:pt x="4028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31"/>
            <p:cNvSpPr/>
            <p:nvPr/>
          </p:nvSpPr>
          <p:spPr>
            <a:xfrm>
              <a:off x="1582450" y="1413850"/>
              <a:ext cx="1055700" cy="1278300"/>
            </a:xfrm>
            <a:custGeom>
              <a:avLst/>
              <a:gdLst/>
              <a:ahLst/>
              <a:cxnLst/>
              <a:rect l="l" t="t" r="r" b="b"/>
              <a:pathLst>
                <a:path w="42228" h="51132" extrusionOk="0">
                  <a:moveTo>
                    <a:pt x="41548" y="1"/>
                  </a:moveTo>
                  <a:lnTo>
                    <a:pt x="1" y="50297"/>
                  </a:lnTo>
                  <a:lnTo>
                    <a:pt x="1" y="51132"/>
                  </a:lnTo>
                  <a:lnTo>
                    <a:pt x="4222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31"/>
            <p:cNvSpPr/>
            <p:nvPr/>
          </p:nvSpPr>
          <p:spPr>
            <a:xfrm>
              <a:off x="1582450" y="1413850"/>
              <a:ext cx="1104450" cy="1337100"/>
            </a:xfrm>
            <a:custGeom>
              <a:avLst/>
              <a:gdLst/>
              <a:ahLst/>
              <a:cxnLst/>
              <a:rect l="l" t="t" r="r" b="b"/>
              <a:pathLst>
                <a:path w="44178" h="53484" extrusionOk="0">
                  <a:moveTo>
                    <a:pt x="43487" y="1"/>
                  </a:moveTo>
                  <a:lnTo>
                    <a:pt x="1" y="52659"/>
                  </a:lnTo>
                  <a:lnTo>
                    <a:pt x="1" y="53484"/>
                  </a:lnTo>
                  <a:lnTo>
                    <a:pt x="4417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31"/>
            <p:cNvSpPr/>
            <p:nvPr/>
          </p:nvSpPr>
          <p:spPr>
            <a:xfrm>
              <a:off x="1582450" y="1413850"/>
              <a:ext cx="1152925" cy="1395875"/>
            </a:xfrm>
            <a:custGeom>
              <a:avLst/>
              <a:gdLst/>
              <a:ahLst/>
              <a:cxnLst/>
              <a:rect l="l" t="t" r="r" b="b"/>
              <a:pathLst>
                <a:path w="46117" h="55835" extrusionOk="0">
                  <a:moveTo>
                    <a:pt x="45437" y="1"/>
                  </a:moveTo>
                  <a:lnTo>
                    <a:pt x="1" y="55010"/>
                  </a:lnTo>
                  <a:lnTo>
                    <a:pt x="1" y="55835"/>
                  </a:lnTo>
                  <a:lnTo>
                    <a:pt x="461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31"/>
            <p:cNvSpPr/>
            <p:nvPr/>
          </p:nvSpPr>
          <p:spPr>
            <a:xfrm>
              <a:off x="1582450" y="1413850"/>
              <a:ext cx="1201700" cy="1454675"/>
            </a:xfrm>
            <a:custGeom>
              <a:avLst/>
              <a:gdLst/>
              <a:ahLst/>
              <a:cxnLst/>
              <a:rect l="l" t="t" r="r" b="b"/>
              <a:pathLst>
                <a:path w="48068" h="58187" extrusionOk="0">
                  <a:moveTo>
                    <a:pt x="47377" y="1"/>
                  </a:moveTo>
                  <a:lnTo>
                    <a:pt x="1" y="57362"/>
                  </a:lnTo>
                  <a:lnTo>
                    <a:pt x="1" y="58187"/>
                  </a:lnTo>
                  <a:lnTo>
                    <a:pt x="4806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31"/>
            <p:cNvSpPr/>
            <p:nvPr/>
          </p:nvSpPr>
          <p:spPr>
            <a:xfrm>
              <a:off x="1582450" y="1413850"/>
              <a:ext cx="1250175" cy="1513750"/>
            </a:xfrm>
            <a:custGeom>
              <a:avLst/>
              <a:gdLst/>
              <a:ahLst/>
              <a:cxnLst/>
              <a:rect l="l" t="t" r="r" b="b"/>
              <a:pathLst>
                <a:path w="50007" h="60550" extrusionOk="0">
                  <a:moveTo>
                    <a:pt x="49326" y="1"/>
                  </a:moveTo>
                  <a:lnTo>
                    <a:pt x="1" y="59713"/>
                  </a:lnTo>
                  <a:lnTo>
                    <a:pt x="1" y="60550"/>
                  </a:lnTo>
                  <a:lnTo>
                    <a:pt x="5000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31"/>
            <p:cNvSpPr/>
            <p:nvPr/>
          </p:nvSpPr>
          <p:spPr>
            <a:xfrm>
              <a:off x="1582450" y="1413850"/>
              <a:ext cx="1298650" cy="1572525"/>
            </a:xfrm>
            <a:custGeom>
              <a:avLst/>
              <a:gdLst/>
              <a:ahLst/>
              <a:cxnLst/>
              <a:rect l="l" t="t" r="r" b="b"/>
              <a:pathLst>
                <a:path w="51946" h="62901" extrusionOk="0">
                  <a:moveTo>
                    <a:pt x="51266" y="1"/>
                  </a:moveTo>
                  <a:lnTo>
                    <a:pt x="1" y="62065"/>
                  </a:lnTo>
                  <a:lnTo>
                    <a:pt x="1" y="62901"/>
                  </a:lnTo>
                  <a:lnTo>
                    <a:pt x="5194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31"/>
            <p:cNvSpPr/>
            <p:nvPr/>
          </p:nvSpPr>
          <p:spPr>
            <a:xfrm>
              <a:off x="1582450" y="1413850"/>
              <a:ext cx="1347400" cy="1631325"/>
            </a:xfrm>
            <a:custGeom>
              <a:avLst/>
              <a:gdLst/>
              <a:ahLst/>
              <a:cxnLst/>
              <a:rect l="l" t="t" r="r" b="b"/>
              <a:pathLst>
                <a:path w="53896" h="65253" extrusionOk="0">
                  <a:moveTo>
                    <a:pt x="53205" y="1"/>
                  </a:moveTo>
                  <a:lnTo>
                    <a:pt x="1" y="64416"/>
                  </a:lnTo>
                  <a:lnTo>
                    <a:pt x="1" y="65253"/>
                  </a:lnTo>
                  <a:lnTo>
                    <a:pt x="5389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31"/>
            <p:cNvSpPr/>
            <p:nvPr/>
          </p:nvSpPr>
          <p:spPr>
            <a:xfrm>
              <a:off x="1582450" y="1413850"/>
              <a:ext cx="1395875" cy="1690100"/>
            </a:xfrm>
            <a:custGeom>
              <a:avLst/>
              <a:gdLst/>
              <a:ahLst/>
              <a:cxnLst/>
              <a:rect l="l" t="t" r="r" b="b"/>
              <a:pathLst>
                <a:path w="55835" h="67604" extrusionOk="0">
                  <a:moveTo>
                    <a:pt x="55155" y="1"/>
                  </a:moveTo>
                  <a:lnTo>
                    <a:pt x="1" y="66779"/>
                  </a:lnTo>
                  <a:lnTo>
                    <a:pt x="1" y="67604"/>
                  </a:lnTo>
                  <a:lnTo>
                    <a:pt x="558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31"/>
            <p:cNvSpPr/>
            <p:nvPr/>
          </p:nvSpPr>
          <p:spPr>
            <a:xfrm>
              <a:off x="1582450" y="1413850"/>
              <a:ext cx="1444650" cy="1748900"/>
            </a:xfrm>
            <a:custGeom>
              <a:avLst/>
              <a:gdLst/>
              <a:ahLst/>
              <a:cxnLst/>
              <a:rect l="l" t="t" r="r" b="b"/>
              <a:pathLst>
                <a:path w="57786" h="69956" extrusionOk="0">
                  <a:moveTo>
                    <a:pt x="57095" y="1"/>
                  </a:moveTo>
                  <a:lnTo>
                    <a:pt x="1" y="69131"/>
                  </a:lnTo>
                  <a:lnTo>
                    <a:pt x="1" y="69955"/>
                  </a:lnTo>
                  <a:lnTo>
                    <a:pt x="577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31"/>
            <p:cNvSpPr/>
            <p:nvPr/>
          </p:nvSpPr>
          <p:spPr>
            <a:xfrm>
              <a:off x="1582450" y="1413850"/>
              <a:ext cx="1493125" cy="1807675"/>
            </a:xfrm>
            <a:custGeom>
              <a:avLst/>
              <a:gdLst/>
              <a:ahLst/>
              <a:cxnLst/>
              <a:rect l="l" t="t" r="r" b="b"/>
              <a:pathLst>
                <a:path w="59725" h="72307" extrusionOk="0">
                  <a:moveTo>
                    <a:pt x="59044" y="1"/>
                  </a:moveTo>
                  <a:lnTo>
                    <a:pt x="1" y="71482"/>
                  </a:lnTo>
                  <a:lnTo>
                    <a:pt x="1" y="72307"/>
                  </a:lnTo>
                  <a:lnTo>
                    <a:pt x="597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31"/>
            <p:cNvSpPr/>
            <p:nvPr/>
          </p:nvSpPr>
          <p:spPr>
            <a:xfrm>
              <a:off x="1582450" y="1413850"/>
              <a:ext cx="1541600" cy="1857550"/>
            </a:xfrm>
            <a:custGeom>
              <a:avLst/>
              <a:gdLst/>
              <a:ahLst/>
              <a:cxnLst/>
              <a:rect l="l" t="t" r="r" b="b"/>
              <a:pathLst>
                <a:path w="61664" h="74302" extrusionOk="0">
                  <a:moveTo>
                    <a:pt x="60984" y="1"/>
                  </a:moveTo>
                  <a:lnTo>
                    <a:pt x="1" y="73834"/>
                  </a:lnTo>
                  <a:lnTo>
                    <a:pt x="1" y="74302"/>
                  </a:lnTo>
                  <a:lnTo>
                    <a:pt x="302" y="74302"/>
                  </a:lnTo>
                  <a:lnTo>
                    <a:pt x="616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31"/>
            <p:cNvSpPr/>
            <p:nvPr/>
          </p:nvSpPr>
          <p:spPr>
            <a:xfrm>
              <a:off x="16214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31"/>
            <p:cNvSpPr/>
            <p:nvPr/>
          </p:nvSpPr>
          <p:spPr>
            <a:xfrm>
              <a:off x="16702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31"/>
            <p:cNvSpPr/>
            <p:nvPr/>
          </p:nvSpPr>
          <p:spPr>
            <a:xfrm>
              <a:off x="17187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31"/>
            <p:cNvSpPr/>
            <p:nvPr/>
          </p:nvSpPr>
          <p:spPr>
            <a:xfrm>
              <a:off x="176720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31"/>
            <p:cNvSpPr/>
            <p:nvPr/>
          </p:nvSpPr>
          <p:spPr>
            <a:xfrm>
              <a:off x="1815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31"/>
            <p:cNvSpPr/>
            <p:nvPr/>
          </p:nvSpPr>
          <p:spPr>
            <a:xfrm>
              <a:off x="18644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31"/>
            <p:cNvSpPr/>
            <p:nvPr/>
          </p:nvSpPr>
          <p:spPr>
            <a:xfrm>
              <a:off x="19131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31"/>
            <p:cNvSpPr/>
            <p:nvPr/>
          </p:nvSpPr>
          <p:spPr>
            <a:xfrm>
              <a:off x="19616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31"/>
            <p:cNvSpPr/>
            <p:nvPr/>
          </p:nvSpPr>
          <p:spPr>
            <a:xfrm>
              <a:off x="201015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31"/>
            <p:cNvSpPr/>
            <p:nvPr/>
          </p:nvSpPr>
          <p:spPr>
            <a:xfrm>
              <a:off x="20588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31"/>
            <p:cNvSpPr/>
            <p:nvPr/>
          </p:nvSpPr>
          <p:spPr>
            <a:xfrm>
              <a:off x="21073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31"/>
            <p:cNvSpPr/>
            <p:nvPr/>
          </p:nvSpPr>
          <p:spPr>
            <a:xfrm>
              <a:off x="21561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31"/>
            <p:cNvSpPr/>
            <p:nvPr/>
          </p:nvSpPr>
          <p:spPr>
            <a:xfrm>
              <a:off x="22046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31"/>
            <p:cNvSpPr/>
            <p:nvPr/>
          </p:nvSpPr>
          <p:spPr>
            <a:xfrm>
              <a:off x="22533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31"/>
            <p:cNvSpPr/>
            <p:nvPr/>
          </p:nvSpPr>
          <p:spPr>
            <a:xfrm>
              <a:off x="23018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31"/>
            <p:cNvSpPr/>
            <p:nvPr/>
          </p:nvSpPr>
          <p:spPr>
            <a:xfrm>
              <a:off x="23503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31"/>
            <p:cNvSpPr/>
            <p:nvPr/>
          </p:nvSpPr>
          <p:spPr>
            <a:xfrm>
              <a:off x="23990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31"/>
            <p:cNvSpPr/>
            <p:nvPr/>
          </p:nvSpPr>
          <p:spPr>
            <a:xfrm>
              <a:off x="24475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31"/>
            <p:cNvSpPr/>
            <p:nvPr/>
          </p:nvSpPr>
          <p:spPr>
            <a:xfrm>
              <a:off x="24963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31"/>
            <p:cNvSpPr/>
            <p:nvPr/>
          </p:nvSpPr>
          <p:spPr>
            <a:xfrm>
              <a:off x="25447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31"/>
            <p:cNvSpPr/>
            <p:nvPr/>
          </p:nvSpPr>
          <p:spPr>
            <a:xfrm>
              <a:off x="25932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31"/>
            <p:cNvSpPr/>
            <p:nvPr/>
          </p:nvSpPr>
          <p:spPr>
            <a:xfrm>
              <a:off x="26420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31"/>
            <p:cNvSpPr/>
            <p:nvPr/>
          </p:nvSpPr>
          <p:spPr>
            <a:xfrm>
              <a:off x="26905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31"/>
            <p:cNvSpPr/>
            <p:nvPr/>
          </p:nvSpPr>
          <p:spPr>
            <a:xfrm>
              <a:off x="27392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31"/>
            <p:cNvSpPr/>
            <p:nvPr/>
          </p:nvSpPr>
          <p:spPr>
            <a:xfrm>
              <a:off x="27877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31"/>
            <p:cNvSpPr/>
            <p:nvPr/>
          </p:nvSpPr>
          <p:spPr>
            <a:xfrm>
              <a:off x="28362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31"/>
            <p:cNvSpPr/>
            <p:nvPr/>
          </p:nvSpPr>
          <p:spPr>
            <a:xfrm>
              <a:off x="28849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31"/>
            <p:cNvSpPr/>
            <p:nvPr/>
          </p:nvSpPr>
          <p:spPr>
            <a:xfrm>
              <a:off x="29334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31"/>
            <p:cNvSpPr/>
            <p:nvPr/>
          </p:nvSpPr>
          <p:spPr>
            <a:xfrm>
              <a:off x="29822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31"/>
            <p:cNvSpPr/>
            <p:nvPr/>
          </p:nvSpPr>
          <p:spPr>
            <a:xfrm>
              <a:off x="30306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2" name="Google Shape;8492;p31"/>
            <p:cNvSpPr/>
            <p:nvPr/>
          </p:nvSpPr>
          <p:spPr>
            <a:xfrm>
              <a:off x="307945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31"/>
            <p:cNvSpPr/>
            <p:nvPr/>
          </p:nvSpPr>
          <p:spPr>
            <a:xfrm>
              <a:off x="3127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31"/>
            <p:cNvSpPr/>
            <p:nvPr/>
          </p:nvSpPr>
          <p:spPr>
            <a:xfrm>
              <a:off x="31764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7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31"/>
            <p:cNvSpPr/>
            <p:nvPr/>
          </p:nvSpPr>
          <p:spPr>
            <a:xfrm>
              <a:off x="32251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31"/>
            <p:cNvSpPr/>
            <p:nvPr/>
          </p:nvSpPr>
          <p:spPr>
            <a:xfrm>
              <a:off x="32736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31"/>
            <p:cNvSpPr/>
            <p:nvPr/>
          </p:nvSpPr>
          <p:spPr>
            <a:xfrm>
              <a:off x="332240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31"/>
            <p:cNvSpPr/>
            <p:nvPr/>
          </p:nvSpPr>
          <p:spPr>
            <a:xfrm>
              <a:off x="3370875" y="1439500"/>
              <a:ext cx="1512900" cy="1831900"/>
            </a:xfrm>
            <a:custGeom>
              <a:avLst/>
              <a:gdLst/>
              <a:ahLst/>
              <a:cxnLst/>
              <a:rect l="l" t="t" r="r" b="b"/>
              <a:pathLst>
                <a:path w="60516" h="73276" extrusionOk="0">
                  <a:moveTo>
                    <a:pt x="60515" y="0"/>
                  </a:moveTo>
                  <a:lnTo>
                    <a:pt x="1" y="73276"/>
                  </a:lnTo>
                  <a:lnTo>
                    <a:pt x="692" y="73276"/>
                  </a:lnTo>
                  <a:lnTo>
                    <a:pt x="60515" y="825"/>
                  </a:lnTo>
                  <a:lnTo>
                    <a:pt x="60515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31"/>
            <p:cNvSpPr/>
            <p:nvPr/>
          </p:nvSpPr>
          <p:spPr>
            <a:xfrm>
              <a:off x="3419350" y="1498300"/>
              <a:ext cx="1464425" cy="1773100"/>
            </a:xfrm>
            <a:custGeom>
              <a:avLst/>
              <a:gdLst/>
              <a:ahLst/>
              <a:cxnLst/>
              <a:rect l="l" t="t" r="r" b="b"/>
              <a:pathLst>
                <a:path w="58577" h="70924" extrusionOk="0">
                  <a:moveTo>
                    <a:pt x="58576" y="0"/>
                  </a:moveTo>
                  <a:lnTo>
                    <a:pt x="1" y="70924"/>
                  </a:lnTo>
                  <a:lnTo>
                    <a:pt x="692" y="70924"/>
                  </a:lnTo>
                  <a:lnTo>
                    <a:pt x="58576" y="825"/>
                  </a:lnTo>
                  <a:lnTo>
                    <a:pt x="5857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0" name="Google Shape;8500;p31"/>
            <p:cNvSpPr/>
            <p:nvPr/>
          </p:nvSpPr>
          <p:spPr>
            <a:xfrm>
              <a:off x="3468100" y="1557075"/>
              <a:ext cx="1415675" cy="1714325"/>
            </a:xfrm>
            <a:custGeom>
              <a:avLst/>
              <a:gdLst/>
              <a:ahLst/>
              <a:cxnLst/>
              <a:rect l="l" t="t" r="r" b="b"/>
              <a:pathLst>
                <a:path w="56627" h="68573" extrusionOk="0">
                  <a:moveTo>
                    <a:pt x="56626" y="0"/>
                  </a:moveTo>
                  <a:lnTo>
                    <a:pt x="1" y="68573"/>
                  </a:lnTo>
                  <a:lnTo>
                    <a:pt x="681" y="68573"/>
                  </a:lnTo>
                  <a:lnTo>
                    <a:pt x="56626" y="836"/>
                  </a:lnTo>
                  <a:lnTo>
                    <a:pt x="5662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31"/>
            <p:cNvSpPr/>
            <p:nvPr/>
          </p:nvSpPr>
          <p:spPr>
            <a:xfrm>
              <a:off x="3516575" y="1615875"/>
              <a:ext cx="1367200" cy="1655525"/>
            </a:xfrm>
            <a:custGeom>
              <a:avLst/>
              <a:gdLst/>
              <a:ahLst/>
              <a:cxnLst/>
              <a:rect l="l" t="t" r="r" b="b"/>
              <a:pathLst>
                <a:path w="54688" h="66221" extrusionOk="0">
                  <a:moveTo>
                    <a:pt x="54687" y="0"/>
                  </a:moveTo>
                  <a:lnTo>
                    <a:pt x="1" y="66221"/>
                  </a:lnTo>
                  <a:lnTo>
                    <a:pt x="692" y="66221"/>
                  </a:lnTo>
                  <a:lnTo>
                    <a:pt x="54687" y="836"/>
                  </a:lnTo>
                  <a:lnTo>
                    <a:pt x="5468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31"/>
            <p:cNvSpPr/>
            <p:nvPr/>
          </p:nvSpPr>
          <p:spPr>
            <a:xfrm>
              <a:off x="3565350" y="1674650"/>
              <a:ext cx="1318425" cy="1596750"/>
            </a:xfrm>
            <a:custGeom>
              <a:avLst/>
              <a:gdLst/>
              <a:ahLst/>
              <a:cxnLst/>
              <a:rect l="l" t="t" r="r" b="b"/>
              <a:pathLst>
                <a:path w="52737" h="63870" extrusionOk="0">
                  <a:moveTo>
                    <a:pt x="52736" y="0"/>
                  </a:moveTo>
                  <a:lnTo>
                    <a:pt x="1" y="63870"/>
                  </a:lnTo>
                  <a:lnTo>
                    <a:pt x="680" y="63870"/>
                  </a:lnTo>
                  <a:lnTo>
                    <a:pt x="52736" y="836"/>
                  </a:lnTo>
                  <a:lnTo>
                    <a:pt x="5273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31"/>
            <p:cNvSpPr/>
            <p:nvPr/>
          </p:nvSpPr>
          <p:spPr>
            <a:xfrm>
              <a:off x="3613825" y="1733700"/>
              <a:ext cx="1269950" cy="1537700"/>
            </a:xfrm>
            <a:custGeom>
              <a:avLst/>
              <a:gdLst/>
              <a:ahLst/>
              <a:cxnLst/>
              <a:rect l="l" t="t" r="r" b="b"/>
              <a:pathLst>
                <a:path w="50798" h="61508" extrusionOk="0">
                  <a:moveTo>
                    <a:pt x="50797" y="1"/>
                  </a:moveTo>
                  <a:lnTo>
                    <a:pt x="1" y="61508"/>
                  </a:lnTo>
                  <a:lnTo>
                    <a:pt x="692" y="61508"/>
                  </a:lnTo>
                  <a:lnTo>
                    <a:pt x="50797" y="825"/>
                  </a:lnTo>
                  <a:lnTo>
                    <a:pt x="5079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4" name="Google Shape;8504;p31"/>
            <p:cNvSpPr/>
            <p:nvPr/>
          </p:nvSpPr>
          <p:spPr>
            <a:xfrm>
              <a:off x="3662300" y="1792500"/>
              <a:ext cx="1221475" cy="1478900"/>
            </a:xfrm>
            <a:custGeom>
              <a:avLst/>
              <a:gdLst/>
              <a:ahLst/>
              <a:cxnLst/>
              <a:rect l="l" t="t" r="r" b="b"/>
              <a:pathLst>
                <a:path w="48859" h="59156" extrusionOk="0">
                  <a:moveTo>
                    <a:pt x="48858" y="1"/>
                  </a:moveTo>
                  <a:lnTo>
                    <a:pt x="1" y="59156"/>
                  </a:lnTo>
                  <a:lnTo>
                    <a:pt x="692" y="59156"/>
                  </a:lnTo>
                  <a:lnTo>
                    <a:pt x="48858" y="825"/>
                  </a:lnTo>
                  <a:lnTo>
                    <a:pt x="4885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5" name="Google Shape;8505;p31"/>
            <p:cNvSpPr/>
            <p:nvPr/>
          </p:nvSpPr>
          <p:spPr>
            <a:xfrm>
              <a:off x="3711050" y="1851275"/>
              <a:ext cx="1172725" cy="1420125"/>
            </a:xfrm>
            <a:custGeom>
              <a:avLst/>
              <a:gdLst/>
              <a:ahLst/>
              <a:cxnLst/>
              <a:rect l="l" t="t" r="r" b="b"/>
              <a:pathLst>
                <a:path w="46909" h="56805" extrusionOk="0">
                  <a:moveTo>
                    <a:pt x="46908" y="1"/>
                  </a:moveTo>
                  <a:lnTo>
                    <a:pt x="1" y="56805"/>
                  </a:lnTo>
                  <a:lnTo>
                    <a:pt x="681" y="56805"/>
                  </a:lnTo>
                  <a:lnTo>
                    <a:pt x="46908" y="825"/>
                  </a:lnTo>
                  <a:lnTo>
                    <a:pt x="4690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6" name="Google Shape;8506;p31"/>
            <p:cNvSpPr/>
            <p:nvPr/>
          </p:nvSpPr>
          <p:spPr>
            <a:xfrm>
              <a:off x="3759525" y="1910075"/>
              <a:ext cx="1124250" cy="1361325"/>
            </a:xfrm>
            <a:custGeom>
              <a:avLst/>
              <a:gdLst/>
              <a:ahLst/>
              <a:cxnLst/>
              <a:rect l="l" t="t" r="r" b="b"/>
              <a:pathLst>
                <a:path w="44970" h="54453" extrusionOk="0">
                  <a:moveTo>
                    <a:pt x="44969" y="1"/>
                  </a:moveTo>
                  <a:lnTo>
                    <a:pt x="1" y="54453"/>
                  </a:lnTo>
                  <a:lnTo>
                    <a:pt x="692" y="54453"/>
                  </a:lnTo>
                  <a:lnTo>
                    <a:pt x="44969" y="836"/>
                  </a:lnTo>
                  <a:lnTo>
                    <a:pt x="4496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7" name="Google Shape;8507;p31"/>
            <p:cNvSpPr/>
            <p:nvPr/>
          </p:nvSpPr>
          <p:spPr>
            <a:xfrm>
              <a:off x="3808300" y="1968850"/>
              <a:ext cx="1075475" cy="1302550"/>
            </a:xfrm>
            <a:custGeom>
              <a:avLst/>
              <a:gdLst/>
              <a:ahLst/>
              <a:cxnLst/>
              <a:rect l="l" t="t" r="r" b="b"/>
              <a:pathLst>
                <a:path w="43019" h="52102" extrusionOk="0">
                  <a:moveTo>
                    <a:pt x="43018" y="1"/>
                  </a:moveTo>
                  <a:lnTo>
                    <a:pt x="1" y="52102"/>
                  </a:lnTo>
                  <a:lnTo>
                    <a:pt x="680" y="52102"/>
                  </a:lnTo>
                  <a:lnTo>
                    <a:pt x="43018" y="837"/>
                  </a:lnTo>
                  <a:lnTo>
                    <a:pt x="4301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8" name="Google Shape;8508;p31"/>
            <p:cNvSpPr/>
            <p:nvPr/>
          </p:nvSpPr>
          <p:spPr>
            <a:xfrm>
              <a:off x="3856775" y="2027650"/>
              <a:ext cx="1027000" cy="1243750"/>
            </a:xfrm>
            <a:custGeom>
              <a:avLst/>
              <a:gdLst/>
              <a:ahLst/>
              <a:cxnLst/>
              <a:rect l="l" t="t" r="r" b="b"/>
              <a:pathLst>
                <a:path w="41080" h="49750" extrusionOk="0">
                  <a:moveTo>
                    <a:pt x="41079" y="1"/>
                  </a:moveTo>
                  <a:lnTo>
                    <a:pt x="1" y="49750"/>
                  </a:lnTo>
                  <a:lnTo>
                    <a:pt x="692" y="49750"/>
                  </a:lnTo>
                  <a:lnTo>
                    <a:pt x="41079" y="836"/>
                  </a:lnTo>
                  <a:lnTo>
                    <a:pt x="4107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9" name="Google Shape;8509;p31"/>
            <p:cNvSpPr/>
            <p:nvPr/>
          </p:nvSpPr>
          <p:spPr>
            <a:xfrm>
              <a:off x="3905525" y="2086725"/>
              <a:ext cx="978250" cy="1184675"/>
            </a:xfrm>
            <a:custGeom>
              <a:avLst/>
              <a:gdLst/>
              <a:ahLst/>
              <a:cxnLst/>
              <a:rect l="l" t="t" r="r" b="b"/>
              <a:pathLst>
                <a:path w="39130" h="47387" extrusionOk="0">
                  <a:moveTo>
                    <a:pt x="39129" y="0"/>
                  </a:moveTo>
                  <a:lnTo>
                    <a:pt x="1" y="47387"/>
                  </a:lnTo>
                  <a:lnTo>
                    <a:pt x="681" y="47387"/>
                  </a:lnTo>
                  <a:lnTo>
                    <a:pt x="39129" y="825"/>
                  </a:lnTo>
                  <a:lnTo>
                    <a:pt x="39129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0" name="Google Shape;8510;p31"/>
            <p:cNvSpPr/>
            <p:nvPr/>
          </p:nvSpPr>
          <p:spPr>
            <a:xfrm>
              <a:off x="3954000" y="2145500"/>
              <a:ext cx="929775" cy="1125900"/>
            </a:xfrm>
            <a:custGeom>
              <a:avLst/>
              <a:gdLst/>
              <a:ahLst/>
              <a:cxnLst/>
              <a:rect l="l" t="t" r="r" b="b"/>
              <a:pathLst>
                <a:path w="37191" h="45036" extrusionOk="0">
                  <a:moveTo>
                    <a:pt x="37190" y="0"/>
                  </a:moveTo>
                  <a:lnTo>
                    <a:pt x="1" y="45036"/>
                  </a:lnTo>
                  <a:lnTo>
                    <a:pt x="681" y="45036"/>
                  </a:lnTo>
                  <a:lnTo>
                    <a:pt x="37190" y="825"/>
                  </a:lnTo>
                  <a:lnTo>
                    <a:pt x="3719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1" name="Google Shape;8511;p31"/>
            <p:cNvSpPr/>
            <p:nvPr/>
          </p:nvSpPr>
          <p:spPr>
            <a:xfrm>
              <a:off x="4002475" y="2204300"/>
              <a:ext cx="881300" cy="1067100"/>
            </a:xfrm>
            <a:custGeom>
              <a:avLst/>
              <a:gdLst/>
              <a:ahLst/>
              <a:cxnLst/>
              <a:rect l="l" t="t" r="r" b="b"/>
              <a:pathLst>
                <a:path w="35252" h="42684" extrusionOk="0">
                  <a:moveTo>
                    <a:pt x="35251" y="0"/>
                  </a:moveTo>
                  <a:lnTo>
                    <a:pt x="1" y="42684"/>
                  </a:lnTo>
                  <a:lnTo>
                    <a:pt x="692" y="42684"/>
                  </a:lnTo>
                  <a:lnTo>
                    <a:pt x="35251" y="825"/>
                  </a:lnTo>
                  <a:lnTo>
                    <a:pt x="3525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2" name="Google Shape;8512;p31"/>
            <p:cNvSpPr/>
            <p:nvPr/>
          </p:nvSpPr>
          <p:spPr>
            <a:xfrm>
              <a:off x="4051250" y="2263075"/>
              <a:ext cx="832525" cy="1008325"/>
            </a:xfrm>
            <a:custGeom>
              <a:avLst/>
              <a:gdLst/>
              <a:ahLst/>
              <a:cxnLst/>
              <a:rect l="l" t="t" r="r" b="b"/>
              <a:pathLst>
                <a:path w="33301" h="40333" extrusionOk="0">
                  <a:moveTo>
                    <a:pt x="33300" y="0"/>
                  </a:moveTo>
                  <a:lnTo>
                    <a:pt x="1" y="40333"/>
                  </a:lnTo>
                  <a:lnTo>
                    <a:pt x="680" y="40333"/>
                  </a:lnTo>
                  <a:lnTo>
                    <a:pt x="33300" y="837"/>
                  </a:lnTo>
                  <a:lnTo>
                    <a:pt x="3330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3" name="Google Shape;8513;p31"/>
            <p:cNvSpPr/>
            <p:nvPr/>
          </p:nvSpPr>
          <p:spPr>
            <a:xfrm>
              <a:off x="4099725" y="2321875"/>
              <a:ext cx="784050" cy="949525"/>
            </a:xfrm>
            <a:custGeom>
              <a:avLst/>
              <a:gdLst/>
              <a:ahLst/>
              <a:cxnLst/>
              <a:rect l="l" t="t" r="r" b="b"/>
              <a:pathLst>
                <a:path w="31362" h="37981" extrusionOk="0">
                  <a:moveTo>
                    <a:pt x="31361" y="0"/>
                  </a:moveTo>
                  <a:lnTo>
                    <a:pt x="1" y="37981"/>
                  </a:lnTo>
                  <a:lnTo>
                    <a:pt x="692" y="37981"/>
                  </a:lnTo>
                  <a:lnTo>
                    <a:pt x="31361" y="836"/>
                  </a:lnTo>
                  <a:lnTo>
                    <a:pt x="3136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4" name="Google Shape;8514;p31"/>
            <p:cNvSpPr/>
            <p:nvPr/>
          </p:nvSpPr>
          <p:spPr>
            <a:xfrm>
              <a:off x="4148475" y="2380650"/>
              <a:ext cx="735300" cy="890750"/>
            </a:xfrm>
            <a:custGeom>
              <a:avLst/>
              <a:gdLst/>
              <a:ahLst/>
              <a:cxnLst/>
              <a:rect l="l" t="t" r="r" b="b"/>
              <a:pathLst>
                <a:path w="29412" h="35630" extrusionOk="0">
                  <a:moveTo>
                    <a:pt x="29411" y="0"/>
                  </a:moveTo>
                  <a:lnTo>
                    <a:pt x="1" y="35630"/>
                  </a:lnTo>
                  <a:lnTo>
                    <a:pt x="681" y="35630"/>
                  </a:lnTo>
                  <a:lnTo>
                    <a:pt x="29411" y="837"/>
                  </a:lnTo>
                  <a:lnTo>
                    <a:pt x="2941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5" name="Google Shape;8515;p31"/>
            <p:cNvSpPr/>
            <p:nvPr/>
          </p:nvSpPr>
          <p:spPr>
            <a:xfrm>
              <a:off x="4196950" y="2439725"/>
              <a:ext cx="686825" cy="831675"/>
            </a:xfrm>
            <a:custGeom>
              <a:avLst/>
              <a:gdLst/>
              <a:ahLst/>
              <a:cxnLst/>
              <a:rect l="l" t="t" r="r" b="b"/>
              <a:pathLst>
                <a:path w="27473" h="33267" extrusionOk="0">
                  <a:moveTo>
                    <a:pt x="27472" y="0"/>
                  </a:moveTo>
                  <a:lnTo>
                    <a:pt x="1" y="33267"/>
                  </a:lnTo>
                  <a:lnTo>
                    <a:pt x="681" y="33267"/>
                  </a:lnTo>
                  <a:lnTo>
                    <a:pt x="27472" y="825"/>
                  </a:lnTo>
                  <a:lnTo>
                    <a:pt x="2747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6" name="Google Shape;8516;p31"/>
            <p:cNvSpPr/>
            <p:nvPr/>
          </p:nvSpPr>
          <p:spPr>
            <a:xfrm>
              <a:off x="4245425" y="2498500"/>
              <a:ext cx="638350" cy="772900"/>
            </a:xfrm>
            <a:custGeom>
              <a:avLst/>
              <a:gdLst/>
              <a:ahLst/>
              <a:cxnLst/>
              <a:rect l="l" t="t" r="r" b="b"/>
              <a:pathLst>
                <a:path w="25534" h="30916" extrusionOk="0">
                  <a:moveTo>
                    <a:pt x="25533" y="1"/>
                  </a:moveTo>
                  <a:lnTo>
                    <a:pt x="1" y="30916"/>
                  </a:lnTo>
                  <a:lnTo>
                    <a:pt x="692" y="30916"/>
                  </a:lnTo>
                  <a:lnTo>
                    <a:pt x="25533" y="826"/>
                  </a:lnTo>
                  <a:lnTo>
                    <a:pt x="2553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7" name="Google Shape;8517;p31"/>
            <p:cNvSpPr/>
            <p:nvPr/>
          </p:nvSpPr>
          <p:spPr>
            <a:xfrm>
              <a:off x="4294200" y="2557300"/>
              <a:ext cx="589575" cy="714100"/>
            </a:xfrm>
            <a:custGeom>
              <a:avLst/>
              <a:gdLst/>
              <a:ahLst/>
              <a:cxnLst/>
              <a:rect l="l" t="t" r="r" b="b"/>
              <a:pathLst>
                <a:path w="23583" h="28564" extrusionOk="0">
                  <a:moveTo>
                    <a:pt x="23582" y="0"/>
                  </a:moveTo>
                  <a:lnTo>
                    <a:pt x="1" y="28564"/>
                  </a:lnTo>
                  <a:lnTo>
                    <a:pt x="680" y="28564"/>
                  </a:lnTo>
                  <a:lnTo>
                    <a:pt x="23582" y="825"/>
                  </a:lnTo>
                  <a:lnTo>
                    <a:pt x="2358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8" name="Google Shape;8518;p31"/>
            <p:cNvSpPr/>
            <p:nvPr/>
          </p:nvSpPr>
          <p:spPr>
            <a:xfrm>
              <a:off x="4342675" y="2616075"/>
              <a:ext cx="541100" cy="655325"/>
            </a:xfrm>
            <a:custGeom>
              <a:avLst/>
              <a:gdLst/>
              <a:ahLst/>
              <a:cxnLst/>
              <a:rect l="l" t="t" r="r" b="b"/>
              <a:pathLst>
                <a:path w="21644" h="26213" extrusionOk="0">
                  <a:moveTo>
                    <a:pt x="21643" y="1"/>
                  </a:moveTo>
                  <a:lnTo>
                    <a:pt x="1" y="26213"/>
                  </a:lnTo>
                  <a:lnTo>
                    <a:pt x="692" y="26213"/>
                  </a:lnTo>
                  <a:lnTo>
                    <a:pt x="21643" y="826"/>
                  </a:lnTo>
                  <a:lnTo>
                    <a:pt x="216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31"/>
            <p:cNvSpPr/>
            <p:nvPr/>
          </p:nvSpPr>
          <p:spPr>
            <a:xfrm>
              <a:off x="4391425" y="2674850"/>
              <a:ext cx="492350" cy="596550"/>
            </a:xfrm>
            <a:custGeom>
              <a:avLst/>
              <a:gdLst/>
              <a:ahLst/>
              <a:cxnLst/>
              <a:rect l="l" t="t" r="r" b="b"/>
              <a:pathLst>
                <a:path w="19694" h="23862" extrusionOk="0">
                  <a:moveTo>
                    <a:pt x="19693" y="1"/>
                  </a:moveTo>
                  <a:lnTo>
                    <a:pt x="1" y="23862"/>
                  </a:lnTo>
                  <a:lnTo>
                    <a:pt x="681" y="23862"/>
                  </a:lnTo>
                  <a:lnTo>
                    <a:pt x="19693" y="837"/>
                  </a:lnTo>
                  <a:lnTo>
                    <a:pt x="1969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0" name="Google Shape;8520;p31"/>
            <p:cNvSpPr/>
            <p:nvPr/>
          </p:nvSpPr>
          <p:spPr>
            <a:xfrm>
              <a:off x="4439900" y="2733650"/>
              <a:ext cx="443875" cy="537750"/>
            </a:xfrm>
            <a:custGeom>
              <a:avLst/>
              <a:gdLst/>
              <a:ahLst/>
              <a:cxnLst/>
              <a:rect l="l" t="t" r="r" b="b"/>
              <a:pathLst>
                <a:path w="17755" h="21510" extrusionOk="0">
                  <a:moveTo>
                    <a:pt x="17754" y="1"/>
                  </a:moveTo>
                  <a:lnTo>
                    <a:pt x="1" y="21510"/>
                  </a:lnTo>
                  <a:lnTo>
                    <a:pt x="692" y="21510"/>
                  </a:lnTo>
                  <a:lnTo>
                    <a:pt x="17754" y="836"/>
                  </a:lnTo>
                  <a:lnTo>
                    <a:pt x="1775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1" name="Google Shape;8521;p31"/>
            <p:cNvSpPr/>
            <p:nvPr/>
          </p:nvSpPr>
          <p:spPr>
            <a:xfrm>
              <a:off x="4488375" y="2792725"/>
              <a:ext cx="395400" cy="478675"/>
            </a:xfrm>
            <a:custGeom>
              <a:avLst/>
              <a:gdLst/>
              <a:ahLst/>
              <a:cxnLst/>
              <a:rect l="l" t="t" r="r" b="b"/>
              <a:pathLst>
                <a:path w="15816" h="19147" extrusionOk="0">
                  <a:moveTo>
                    <a:pt x="15815" y="1"/>
                  </a:moveTo>
                  <a:lnTo>
                    <a:pt x="1" y="19147"/>
                  </a:lnTo>
                  <a:lnTo>
                    <a:pt x="692" y="19147"/>
                  </a:lnTo>
                  <a:lnTo>
                    <a:pt x="15815" y="825"/>
                  </a:lnTo>
                  <a:lnTo>
                    <a:pt x="1581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2" name="Google Shape;8522;p31"/>
            <p:cNvSpPr/>
            <p:nvPr/>
          </p:nvSpPr>
          <p:spPr>
            <a:xfrm>
              <a:off x="4537150" y="2851500"/>
              <a:ext cx="346625" cy="419900"/>
            </a:xfrm>
            <a:custGeom>
              <a:avLst/>
              <a:gdLst/>
              <a:ahLst/>
              <a:cxnLst/>
              <a:rect l="l" t="t" r="r" b="b"/>
              <a:pathLst>
                <a:path w="13865" h="16796" extrusionOk="0">
                  <a:moveTo>
                    <a:pt x="13864" y="1"/>
                  </a:moveTo>
                  <a:lnTo>
                    <a:pt x="1" y="16796"/>
                  </a:lnTo>
                  <a:lnTo>
                    <a:pt x="680" y="16796"/>
                  </a:lnTo>
                  <a:lnTo>
                    <a:pt x="13864" y="825"/>
                  </a:lnTo>
                  <a:lnTo>
                    <a:pt x="138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3" name="Google Shape;8523;p31"/>
            <p:cNvSpPr/>
            <p:nvPr/>
          </p:nvSpPr>
          <p:spPr>
            <a:xfrm>
              <a:off x="4585625" y="2910300"/>
              <a:ext cx="298150" cy="361100"/>
            </a:xfrm>
            <a:custGeom>
              <a:avLst/>
              <a:gdLst/>
              <a:ahLst/>
              <a:cxnLst/>
              <a:rect l="l" t="t" r="r" b="b"/>
              <a:pathLst>
                <a:path w="11926" h="14444" extrusionOk="0">
                  <a:moveTo>
                    <a:pt x="11925" y="1"/>
                  </a:moveTo>
                  <a:lnTo>
                    <a:pt x="1" y="14444"/>
                  </a:lnTo>
                  <a:lnTo>
                    <a:pt x="692" y="14444"/>
                  </a:lnTo>
                  <a:lnTo>
                    <a:pt x="11925" y="825"/>
                  </a:lnTo>
                  <a:lnTo>
                    <a:pt x="119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31"/>
            <p:cNvSpPr/>
            <p:nvPr/>
          </p:nvSpPr>
          <p:spPr>
            <a:xfrm>
              <a:off x="4634375" y="2969075"/>
              <a:ext cx="249400" cy="302325"/>
            </a:xfrm>
            <a:custGeom>
              <a:avLst/>
              <a:gdLst/>
              <a:ahLst/>
              <a:cxnLst/>
              <a:rect l="l" t="t" r="r" b="b"/>
              <a:pathLst>
                <a:path w="9976" h="12093" extrusionOk="0">
                  <a:moveTo>
                    <a:pt x="9975" y="1"/>
                  </a:moveTo>
                  <a:lnTo>
                    <a:pt x="1" y="12093"/>
                  </a:lnTo>
                  <a:lnTo>
                    <a:pt x="681" y="12093"/>
                  </a:lnTo>
                  <a:lnTo>
                    <a:pt x="9975" y="825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8525;p31"/>
            <p:cNvSpPr/>
            <p:nvPr/>
          </p:nvSpPr>
          <p:spPr>
            <a:xfrm>
              <a:off x="4682850" y="3027875"/>
              <a:ext cx="200925" cy="243525"/>
            </a:xfrm>
            <a:custGeom>
              <a:avLst/>
              <a:gdLst/>
              <a:ahLst/>
              <a:cxnLst/>
              <a:rect l="l" t="t" r="r" b="b"/>
              <a:pathLst>
                <a:path w="8037" h="9741" extrusionOk="0">
                  <a:moveTo>
                    <a:pt x="8036" y="1"/>
                  </a:moveTo>
                  <a:lnTo>
                    <a:pt x="1" y="9741"/>
                  </a:lnTo>
                  <a:lnTo>
                    <a:pt x="692" y="9741"/>
                  </a:lnTo>
                  <a:lnTo>
                    <a:pt x="8036" y="836"/>
                  </a:lnTo>
                  <a:lnTo>
                    <a:pt x="803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8526;p31"/>
            <p:cNvSpPr/>
            <p:nvPr/>
          </p:nvSpPr>
          <p:spPr>
            <a:xfrm>
              <a:off x="4731625" y="3086650"/>
              <a:ext cx="152150" cy="184750"/>
            </a:xfrm>
            <a:custGeom>
              <a:avLst/>
              <a:gdLst/>
              <a:ahLst/>
              <a:cxnLst/>
              <a:rect l="l" t="t" r="r" b="b"/>
              <a:pathLst>
                <a:path w="6086" h="7390" extrusionOk="0">
                  <a:moveTo>
                    <a:pt x="6085" y="1"/>
                  </a:moveTo>
                  <a:lnTo>
                    <a:pt x="0" y="7390"/>
                  </a:lnTo>
                  <a:lnTo>
                    <a:pt x="680" y="7390"/>
                  </a:lnTo>
                  <a:lnTo>
                    <a:pt x="6085" y="837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8527;p31"/>
            <p:cNvSpPr/>
            <p:nvPr/>
          </p:nvSpPr>
          <p:spPr>
            <a:xfrm>
              <a:off x="4780100" y="3145725"/>
              <a:ext cx="103675" cy="125675"/>
            </a:xfrm>
            <a:custGeom>
              <a:avLst/>
              <a:gdLst/>
              <a:ahLst/>
              <a:cxnLst/>
              <a:rect l="l" t="t" r="r" b="b"/>
              <a:pathLst>
                <a:path w="4147" h="5027" extrusionOk="0">
                  <a:moveTo>
                    <a:pt x="4146" y="0"/>
                  </a:moveTo>
                  <a:lnTo>
                    <a:pt x="1" y="5027"/>
                  </a:lnTo>
                  <a:lnTo>
                    <a:pt x="680" y="5027"/>
                  </a:lnTo>
                  <a:lnTo>
                    <a:pt x="4146" y="825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31"/>
            <p:cNvSpPr/>
            <p:nvPr/>
          </p:nvSpPr>
          <p:spPr>
            <a:xfrm>
              <a:off x="4828575" y="3204525"/>
              <a:ext cx="55200" cy="66875"/>
            </a:xfrm>
            <a:custGeom>
              <a:avLst/>
              <a:gdLst/>
              <a:ahLst/>
              <a:cxnLst/>
              <a:rect l="l" t="t" r="r" b="b"/>
              <a:pathLst>
                <a:path w="2208" h="2675" extrusionOk="0">
                  <a:moveTo>
                    <a:pt x="2207" y="0"/>
                  </a:moveTo>
                  <a:lnTo>
                    <a:pt x="1" y="2675"/>
                  </a:lnTo>
                  <a:lnTo>
                    <a:pt x="692" y="2675"/>
                  </a:lnTo>
                  <a:lnTo>
                    <a:pt x="2207" y="825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31"/>
            <p:cNvSpPr/>
            <p:nvPr/>
          </p:nvSpPr>
          <p:spPr>
            <a:xfrm>
              <a:off x="4877325" y="3263300"/>
              <a:ext cx="6450" cy="8100"/>
            </a:xfrm>
            <a:custGeom>
              <a:avLst/>
              <a:gdLst/>
              <a:ahLst/>
              <a:cxnLst/>
              <a:rect l="l" t="t" r="r" b="b"/>
              <a:pathLst>
                <a:path w="258" h="324" extrusionOk="0">
                  <a:moveTo>
                    <a:pt x="257" y="0"/>
                  </a:moveTo>
                  <a:lnTo>
                    <a:pt x="1" y="324"/>
                  </a:lnTo>
                  <a:lnTo>
                    <a:pt x="257" y="324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30" name="Google Shape;8530;p31"/>
          <p:cNvGrpSpPr/>
          <p:nvPr/>
        </p:nvGrpSpPr>
        <p:grpSpPr>
          <a:xfrm>
            <a:off x="-275503" y="-401459"/>
            <a:ext cx="4758789" cy="5633921"/>
            <a:chOff x="-275503" y="-401459"/>
            <a:chExt cx="4758789" cy="5633921"/>
          </a:xfrm>
        </p:grpSpPr>
        <p:grpSp>
          <p:nvGrpSpPr>
            <p:cNvPr id="8531" name="Google Shape;8531;p31"/>
            <p:cNvGrpSpPr/>
            <p:nvPr/>
          </p:nvGrpSpPr>
          <p:grpSpPr>
            <a:xfrm rot="-472132">
              <a:off x="3425535" y="3733487"/>
              <a:ext cx="973691" cy="1294953"/>
              <a:chOff x="3896350" y="307075"/>
              <a:chExt cx="710200" cy="944525"/>
            </a:xfrm>
          </p:grpSpPr>
          <p:sp>
            <p:nvSpPr>
              <p:cNvPr id="8532" name="Google Shape;8532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3" name="Google Shape;8533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4" name="Google Shape;8534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5" name="Google Shape;8535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6" name="Google Shape;8536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7" name="Google Shape;8537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8" name="Google Shape;8538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9" name="Google Shape;8539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0" name="Google Shape;8540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1" name="Google Shape;8541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2" name="Google Shape;8542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3" name="Google Shape;8543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4" name="Google Shape;8544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5" name="Google Shape;8545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6" name="Google Shape;8546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7" name="Google Shape;8547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8" name="Google Shape;8548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9" name="Google Shape;8549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0" name="Google Shape;8550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1" name="Google Shape;8551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2" name="Google Shape;8552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3" name="Google Shape;8553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4" name="Google Shape;8554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5" name="Google Shape;8555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6" name="Google Shape;8556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7" name="Google Shape;8557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8" name="Google Shape;8558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9" name="Google Shape;8559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0" name="Google Shape;8560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1" name="Google Shape;8561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2" name="Google Shape;8562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3" name="Google Shape;8563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4" name="Google Shape;8564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65" name="Google Shape;8565;p31"/>
            <p:cNvGrpSpPr/>
            <p:nvPr/>
          </p:nvGrpSpPr>
          <p:grpSpPr>
            <a:xfrm rot="-387195">
              <a:off x="2213923" y="1096061"/>
              <a:ext cx="973746" cy="1295026"/>
              <a:chOff x="3896350" y="307075"/>
              <a:chExt cx="710200" cy="944525"/>
            </a:xfrm>
          </p:grpSpPr>
          <p:sp>
            <p:nvSpPr>
              <p:cNvPr id="8566" name="Google Shape;8566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7" name="Google Shape;8567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8" name="Google Shape;8568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9" name="Google Shape;8569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0" name="Google Shape;8570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1" name="Google Shape;8571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2" name="Google Shape;8572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3" name="Google Shape;8573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4" name="Google Shape;8574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5" name="Google Shape;8575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6" name="Google Shape;8576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7" name="Google Shape;8577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8" name="Google Shape;8578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9" name="Google Shape;8579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0" name="Google Shape;8580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1" name="Google Shape;8581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2" name="Google Shape;8582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3" name="Google Shape;8583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4" name="Google Shape;8584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5" name="Google Shape;8585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6" name="Google Shape;8586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7" name="Google Shape;8587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8" name="Google Shape;8588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9" name="Google Shape;8589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0" name="Google Shape;8590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1" name="Google Shape;8591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2" name="Google Shape;8592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3" name="Google Shape;8593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4" name="Google Shape;8594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5" name="Google Shape;8595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6" name="Google Shape;8596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7" name="Google Shape;8597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8" name="Google Shape;8598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99" name="Google Shape;8599;p31"/>
            <p:cNvGrpSpPr/>
            <p:nvPr/>
          </p:nvGrpSpPr>
          <p:grpSpPr>
            <a:xfrm rot="1315721">
              <a:off x="-68927" y="-266492"/>
              <a:ext cx="973679" cy="1294936"/>
              <a:chOff x="3896350" y="307075"/>
              <a:chExt cx="710200" cy="944525"/>
            </a:xfrm>
          </p:grpSpPr>
          <p:sp>
            <p:nvSpPr>
              <p:cNvPr id="8600" name="Google Shape;8600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1" name="Google Shape;8601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2" name="Google Shape;8602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3" name="Google Shape;8603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4" name="Google Shape;8604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5" name="Google Shape;8605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6" name="Google Shape;8606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7" name="Google Shape;8607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8" name="Google Shape;8608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9" name="Google Shape;8609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0" name="Google Shape;8610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1" name="Google Shape;8611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2" name="Google Shape;8612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3" name="Google Shape;8613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4" name="Google Shape;8614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5" name="Google Shape;8615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6" name="Google Shape;8616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7" name="Google Shape;8617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8" name="Google Shape;8618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9" name="Google Shape;8619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0" name="Google Shape;8620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1" name="Google Shape;8621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2" name="Google Shape;8622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3" name="Google Shape;8623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4" name="Google Shape;8624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5" name="Google Shape;8625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6" name="Google Shape;8626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7" name="Google Shape;8627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8" name="Google Shape;8628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9" name="Google Shape;8629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0" name="Google Shape;8630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1" name="Google Shape;8631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2" name="Google Shape;8632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33" name="Google Shape;8633;p31"/>
            <p:cNvGrpSpPr/>
            <p:nvPr/>
          </p:nvGrpSpPr>
          <p:grpSpPr>
            <a:xfrm rot="-758609">
              <a:off x="129921" y="3846610"/>
              <a:ext cx="973717" cy="1294988"/>
              <a:chOff x="3896350" y="307075"/>
              <a:chExt cx="710200" cy="944525"/>
            </a:xfrm>
          </p:grpSpPr>
          <p:sp>
            <p:nvSpPr>
              <p:cNvPr id="8634" name="Google Shape;8634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5" name="Google Shape;8635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6" name="Google Shape;8636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7" name="Google Shape;8637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8" name="Google Shape;8638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9" name="Google Shape;8639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0" name="Google Shape;8640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1" name="Google Shape;8641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2" name="Google Shape;8642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3" name="Google Shape;8643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4" name="Google Shape;8644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5" name="Google Shape;8645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6" name="Google Shape;8646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7" name="Google Shape;8647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8" name="Google Shape;8648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9" name="Google Shape;8649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0" name="Google Shape;8650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1" name="Google Shape;8651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2" name="Google Shape;8652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3" name="Google Shape;8653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4" name="Google Shape;8654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5" name="Google Shape;8655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6" name="Google Shape;8656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7" name="Google Shape;8657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8" name="Google Shape;8658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9" name="Google Shape;8659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0" name="Google Shape;8660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1" name="Google Shape;8661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2" name="Google Shape;8662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3" name="Google Shape;8663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4" name="Google Shape;8664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5" name="Google Shape;8665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6" name="Google Shape;8666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67" name="Google Shape;8667;p31"/>
            <p:cNvGrpSpPr/>
            <p:nvPr/>
          </p:nvGrpSpPr>
          <p:grpSpPr>
            <a:xfrm rot="-489366">
              <a:off x="-188561" y="886983"/>
              <a:ext cx="973661" cy="1294913"/>
              <a:chOff x="3896350" y="307075"/>
              <a:chExt cx="710200" cy="944525"/>
            </a:xfrm>
          </p:grpSpPr>
          <p:sp>
            <p:nvSpPr>
              <p:cNvPr id="8668" name="Google Shape;8668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9" name="Google Shape;8669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0" name="Google Shape;8670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1" name="Google Shape;8671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2" name="Google Shape;8672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3" name="Google Shape;8673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4" name="Google Shape;8674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5" name="Google Shape;8675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6" name="Google Shape;8676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7" name="Google Shape;8677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8" name="Google Shape;8678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9" name="Google Shape;8679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0" name="Google Shape;8680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1" name="Google Shape;8681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2" name="Google Shape;8682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3" name="Google Shape;8683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4" name="Google Shape;8684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5" name="Google Shape;8685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6" name="Google Shape;8686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7" name="Google Shape;8687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8" name="Google Shape;8688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9" name="Google Shape;8689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0" name="Google Shape;8690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1" name="Google Shape;8691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2" name="Google Shape;8692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3" name="Google Shape;8693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4" name="Google Shape;8694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5" name="Google Shape;8695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6" name="Google Shape;8696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7" name="Google Shape;8697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8" name="Google Shape;8698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9" name="Google Shape;8699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0" name="Google Shape;8700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01" name="Google Shape;8701;p31"/>
            <p:cNvGrpSpPr/>
            <p:nvPr/>
          </p:nvGrpSpPr>
          <p:grpSpPr>
            <a:xfrm rot="732989">
              <a:off x="1135358" y="33084"/>
              <a:ext cx="973645" cy="1294892"/>
              <a:chOff x="3896350" y="307075"/>
              <a:chExt cx="710200" cy="944525"/>
            </a:xfrm>
          </p:grpSpPr>
          <p:sp>
            <p:nvSpPr>
              <p:cNvPr id="8702" name="Google Shape;8702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3" name="Google Shape;8703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4" name="Google Shape;8704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5" name="Google Shape;8705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6" name="Google Shape;8706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7" name="Google Shape;8707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8" name="Google Shape;8708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9" name="Google Shape;8709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0" name="Google Shape;8710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1" name="Google Shape;8711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2" name="Google Shape;8712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3" name="Google Shape;8713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4" name="Google Shape;8714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5" name="Google Shape;8715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6" name="Google Shape;8716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7" name="Google Shape;8717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8" name="Google Shape;8718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9" name="Google Shape;8719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0" name="Google Shape;8720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1" name="Google Shape;8721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2" name="Google Shape;8722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3" name="Google Shape;8723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4" name="Google Shape;8724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5" name="Google Shape;8725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6" name="Google Shape;8726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7" name="Google Shape;8727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8" name="Google Shape;8728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9" name="Google Shape;8729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0" name="Google Shape;8730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1" name="Google Shape;8731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2" name="Google Shape;8732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3" name="Google Shape;8733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4" name="Google Shape;8734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35" name="Google Shape;8735;p31"/>
            <p:cNvGrpSpPr/>
            <p:nvPr/>
          </p:nvGrpSpPr>
          <p:grpSpPr>
            <a:xfrm rot="-758609">
              <a:off x="1261471" y="861972"/>
              <a:ext cx="973717" cy="1294988"/>
              <a:chOff x="3896350" y="307075"/>
              <a:chExt cx="710200" cy="944525"/>
            </a:xfrm>
          </p:grpSpPr>
          <p:sp>
            <p:nvSpPr>
              <p:cNvPr id="8736" name="Google Shape;8736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7" name="Google Shape;8737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8" name="Google Shape;8738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9" name="Google Shape;8739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0" name="Google Shape;8740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1" name="Google Shape;8741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2" name="Google Shape;8742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3" name="Google Shape;8743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4" name="Google Shape;8744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5" name="Google Shape;8745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6" name="Google Shape;8746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7" name="Google Shape;8747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8" name="Google Shape;8748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9" name="Google Shape;8749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0" name="Google Shape;8750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1" name="Google Shape;8751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2" name="Google Shape;8752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3" name="Google Shape;8753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4" name="Google Shape;8754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5" name="Google Shape;8755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6" name="Google Shape;8756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7" name="Google Shape;8757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8" name="Google Shape;8758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9" name="Google Shape;8759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0" name="Google Shape;8760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1" name="Google Shape;8761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2" name="Google Shape;8762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3" name="Google Shape;8763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4" name="Google Shape;8764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5" name="Google Shape;8765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6" name="Google Shape;8766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7" name="Google Shape;8767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8" name="Google Shape;8768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9" name="Google Shape;8769;p31"/>
            <p:cNvGrpSpPr/>
            <p:nvPr/>
          </p:nvGrpSpPr>
          <p:grpSpPr>
            <a:xfrm rot="-472132">
              <a:off x="1265635" y="1710012"/>
              <a:ext cx="973691" cy="1294953"/>
              <a:chOff x="3896350" y="307075"/>
              <a:chExt cx="710200" cy="944525"/>
            </a:xfrm>
          </p:grpSpPr>
          <p:sp>
            <p:nvSpPr>
              <p:cNvPr id="8770" name="Google Shape;8770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1" name="Google Shape;8771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2" name="Google Shape;8772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3" name="Google Shape;8773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4" name="Google Shape;8774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5" name="Google Shape;8775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6" name="Google Shape;8776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7" name="Google Shape;8777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8" name="Google Shape;8778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9" name="Google Shape;8779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0" name="Google Shape;8780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1" name="Google Shape;8781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2" name="Google Shape;8782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3" name="Google Shape;8783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4" name="Google Shape;8784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5" name="Google Shape;8785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6" name="Google Shape;8786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7" name="Google Shape;8787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8" name="Google Shape;8788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9" name="Google Shape;8789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0" name="Google Shape;8790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1" name="Google Shape;8791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2" name="Google Shape;8792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3" name="Google Shape;8793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4" name="Google Shape;8794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5" name="Google Shape;8795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6" name="Google Shape;8796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7" name="Google Shape;8797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8" name="Google Shape;8798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9" name="Google Shape;8799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0" name="Google Shape;8800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1" name="Google Shape;8801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2" name="Google Shape;8802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3" name="Google Shape;8803;p31"/>
            <p:cNvGrpSpPr/>
            <p:nvPr/>
          </p:nvGrpSpPr>
          <p:grpSpPr>
            <a:xfrm rot="732989">
              <a:off x="773408" y="3574259"/>
              <a:ext cx="973645" cy="1294892"/>
              <a:chOff x="3896350" y="307075"/>
              <a:chExt cx="710200" cy="944525"/>
            </a:xfrm>
          </p:grpSpPr>
          <p:sp>
            <p:nvSpPr>
              <p:cNvPr id="8804" name="Google Shape;8804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5" name="Google Shape;8805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6" name="Google Shape;8806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7" name="Google Shape;8807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8" name="Google Shape;8808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9" name="Google Shape;8809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0" name="Google Shape;8810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1" name="Google Shape;8811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2" name="Google Shape;8812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3" name="Google Shape;8813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4" name="Google Shape;8814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5" name="Google Shape;8815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6" name="Google Shape;8816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7" name="Google Shape;8817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8" name="Google Shape;8818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9" name="Google Shape;8819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0" name="Google Shape;8820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1" name="Google Shape;8821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2" name="Google Shape;8822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3" name="Google Shape;8823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4" name="Google Shape;8824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5" name="Google Shape;8825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6" name="Google Shape;8826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7" name="Google Shape;8827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8" name="Google Shape;8828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9" name="Google Shape;8829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0" name="Google Shape;8830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1" name="Google Shape;8831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2" name="Google Shape;8832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3" name="Google Shape;8833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4" name="Google Shape;8834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5" name="Google Shape;8835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6" name="Google Shape;8836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37" name="Google Shape;8837;p31"/>
            <p:cNvGrpSpPr/>
            <p:nvPr/>
          </p:nvGrpSpPr>
          <p:grpSpPr>
            <a:xfrm rot="-758609">
              <a:off x="342996" y="1490822"/>
              <a:ext cx="973717" cy="1294988"/>
              <a:chOff x="3896350" y="307075"/>
              <a:chExt cx="710200" cy="944525"/>
            </a:xfrm>
          </p:grpSpPr>
          <p:sp>
            <p:nvSpPr>
              <p:cNvPr id="8838" name="Google Shape;8838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9" name="Google Shape;8839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0" name="Google Shape;8840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1" name="Google Shape;8841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2" name="Google Shape;8842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3" name="Google Shape;8843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4" name="Google Shape;8844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5" name="Google Shape;8845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6" name="Google Shape;8846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7" name="Google Shape;8847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8" name="Google Shape;8848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9" name="Google Shape;8849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0" name="Google Shape;8850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1" name="Google Shape;8851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2" name="Google Shape;8852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3" name="Google Shape;8853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4" name="Google Shape;8854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5" name="Google Shape;8855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6" name="Google Shape;8856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7" name="Google Shape;8857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8" name="Google Shape;8858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9" name="Google Shape;8859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0" name="Google Shape;8860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1" name="Google Shape;8861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2" name="Google Shape;8862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3" name="Google Shape;8863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4" name="Google Shape;8864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5" name="Google Shape;8865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6" name="Google Shape;8866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7" name="Google Shape;8867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8" name="Google Shape;8868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9" name="Google Shape;8869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0" name="Google Shape;8870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71" name="Google Shape;8871;p31"/>
            <p:cNvGrpSpPr/>
            <p:nvPr/>
          </p:nvGrpSpPr>
          <p:grpSpPr>
            <a:xfrm rot="-472132">
              <a:off x="1617435" y="3733487"/>
              <a:ext cx="973691" cy="1294953"/>
              <a:chOff x="3896350" y="307075"/>
              <a:chExt cx="710200" cy="944525"/>
            </a:xfrm>
          </p:grpSpPr>
          <p:sp>
            <p:nvSpPr>
              <p:cNvPr id="8872" name="Google Shape;8872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3" name="Google Shape;8873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4" name="Google Shape;8874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5" name="Google Shape;8875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6" name="Google Shape;8876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7" name="Google Shape;8877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8" name="Google Shape;8878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9" name="Google Shape;8879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0" name="Google Shape;8880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1" name="Google Shape;8881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2" name="Google Shape;8882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3" name="Google Shape;8883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4" name="Google Shape;8884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5" name="Google Shape;8885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6" name="Google Shape;8886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7" name="Google Shape;8887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8" name="Google Shape;8888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9" name="Google Shape;8889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0" name="Google Shape;8890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1" name="Google Shape;8891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2" name="Google Shape;8892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3" name="Google Shape;8893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4" name="Google Shape;8894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5" name="Google Shape;8895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6" name="Google Shape;8896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7" name="Google Shape;8897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8" name="Google Shape;8898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9" name="Google Shape;8899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0" name="Google Shape;8900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1" name="Google Shape;8901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2" name="Google Shape;8902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3" name="Google Shape;8903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4" name="Google Shape;8904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05" name="Google Shape;8905;p31"/>
            <p:cNvGrpSpPr/>
            <p:nvPr/>
          </p:nvGrpSpPr>
          <p:grpSpPr>
            <a:xfrm rot="732989">
              <a:off x="2714408" y="3846646"/>
              <a:ext cx="973645" cy="1294892"/>
              <a:chOff x="3896350" y="307075"/>
              <a:chExt cx="710200" cy="944525"/>
            </a:xfrm>
          </p:grpSpPr>
          <p:sp>
            <p:nvSpPr>
              <p:cNvPr id="8906" name="Google Shape;8906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7" name="Google Shape;8907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8" name="Google Shape;8908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9" name="Google Shape;8909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0" name="Google Shape;8910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1" name="Google Shape;8911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2" name="Google Shape;8912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3" name="Google Shape;8913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4" name="Google Shape;8914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5" name="Google Shape;8915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6" name="Google Shape;8916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7" name="Google Shape;8917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8" name="Google Shape;8918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9" name="Google Shape;8919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0" name="Google Shape;8920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1" name="Google Shape;8921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2" name="Google Shape;8922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3" name="Google Shape;8923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4" name="Google Shape;8924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5" name="Google Shape;8925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6" name="Google Shape;8926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7" name="Google Shape;8927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8" name="Google Shape;8928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9" name="Google Shape;8929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0" name="Google Shape;8930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1" name="Google Shape;8931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2" name="Google Shape;8932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3" name="Google Shape;8933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4" name="Google Shape;8934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5" name="Google Shape;8935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6" name="Google Shape;8936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7" name="Google Shape;8937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8" name="Google Shape;8938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39" name="Google Shape;8939;p31"/>
            <p:cNvGrpSpPr/>
            <p:nvPr/>
          </p:nvGrpSpPr>
          <p:grpSpPr>
            <a:xfrm rot="-758609">
              <a:off x="1135321" y="2641685"/>
              <a:ext cx="973717" cy="1294988"/>
              <a:chOff x="3896350" y="307075"/>
              <a:chExt cx="710200" cy="944525"/>
            </a:xfrm>
          </p:grpSpPr>
          <p:sp>
            <p:nvSpPr>
              <p:cNvPr id="8940" name="Google Shape;8940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1" name="Google Shape;8941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2" name="Google Shape;8942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3" name="Google Shape;8943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4" name="Google Shape;8944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5" name="Google Shape;8945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6" name="Google Shape;8946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7" name="Google Shape;8947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8" name="Google Shape;8948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9" name="Google Shape;8949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0" name="Google Shape;8950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1" name="Google Shape;8951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2" name="Google Shape;8952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3" name="Google Shape;8953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4" name="Google Shape;8954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5" name="Google Shape;8955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6" name="Google Shape;8956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7" name="Google Shape;8957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8" name="Google Shape;8958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9" name="Google Shape;8959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0" name="Google Shape;8960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1" name="Google Shape;8961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2" name="Google Shape;8962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3" name="Google Shape;8963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4" name="Google Shape;8964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5" name="Google Shape;8965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6" name="Google Shape;8966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7" name="Google Shape;8967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8" name="Google Shape;8968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9" name="Google Shape;8969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0" name="Google Shape;8970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1" name="Google Shape;8971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2" name="Google Shape;8972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73" name="Google Shape;8973;p31"/>
            <p:cNvGrpSpPr/>
            <p:nvPr/>
          </p:nvGrpSpPr>
          <p:grpSpPr>
            <a:xfrm rot="864615">
              <a:off x="2041432" y="2277154"/>
              <a:ext cx="973709" cy="1294976"/>
              <a:chOff x="3896350" y="307075"/>
              <a:chExt cx="710200" cy="944525"/>
            </a:xfrm>
          </p:grpSpPr>
          <p:sp>
            <p:nvSpPr>
              <p:cNvPr id="8974" name="Google Shape;8974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5" name="Google Shape;8975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6" name="Google Shape;8976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7" name="Google Shape;8977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8" name="Google Shape;8978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9" name="Google Shape;8979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0" name="Google Shape;8980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1" name="Google Shape;8981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2" name="Google Shape;8982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3" name="Google Shape;8983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4" name="Google Shape;8984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5" name="Google Shape;8985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6" name="Google Shape;8986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7" name="Google Shape;8987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8" name="Google Shape;8988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9" name="Google Shape;8989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0" name="Google Shape;8990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1" name="Google Shape;8991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2" name="Google Shape;8992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3" name="Google Shape;8993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4" name="Google Shape;8994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5" name="Google Shape;8995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6" name="Google Shape;8996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7" name="Google Shape;8997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8" name="Google Shape;8998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9" name="Google Shape;8999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0" name="Google Shape;9000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1" name="Google Shape;9001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2" name="Google Shape;9002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3" name="Google Shape;9003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4" name="Google Shape;9004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5" name="Google Shape;9005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6" name="Google Shape;9006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07" name="Google Shape;9007;p31"/>
            <p:cNvGrpSpPr/>
            <p:nvPr/>
          </p:nvGrpSpPr>
          <p:grpSpPr>
            <a:xfrm>
              <a:off x="571839" y="263583"/>
              <a:ext cx="973684" cy="1294944"/>
              <a:chOff x="3896350" y="307075"/>
              <a:chExt cx="710200" cy="944525"/>
            </a:xfrm>
          </p:grpSpPr>
          <p:sp>
            <p:nvSpPr>
              <p:cNvPr id="9008" name="Google Shape;9008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9" name="Google Shape;9009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0" name="Google Shape;9010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1" name="Google Shape;9011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2" name="Google Shape;9012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3" name="Google Shape;9013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4" name="Google Shape;9014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5" name="Google Shape;9015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6" name="Google Shape;9016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7" name="Google Shape;9017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8" name="Google Shape;9018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9" name="Google Shape;9019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0" name="Google Shape;9020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1" name="Google Shape;9021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2" name="Google Shape;9022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3" name="Google Shape;9023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4" name="Google Shape;9024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5" name="Google Shape;9025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6" name="Google Shape;9026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7" name="Google Shape;9027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8" name="Google Shape;9028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9" name="Google Shape;9029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0" name="Google Shape;9030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1" name="Google Shape;9031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2" name="Google Shape;9032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3" name="Google Shape;9033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4" name="Google Shape;9034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5" name="Google Shape;9035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6" name="Google Shape;9036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7" name="Google Shape;9037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8" name="Google Shape;9038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9" name="Google Shape;9039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0" name="Google Shape;9040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41" name="Google Shape;9041;p31"/>
            <p:cNvGrpSpPr/>
            <p:nvPr/>
          </p:nvGrpSpPr>
          <p:grpSpPr>
            <a:xfrm>
              <a:off x="30271" y="2463365"/>
              <a:ext cx="973684" cy="1294944"/>
              <a:chOff x="3896350" y="307075"/>
              <a:chExt cx="710200" cy="944525"/>
            </a:xfrm>
          </p:grpSpPr>
          <p:sp>
            <p:nvSpPr>
              <p:cNvPr id="9042" name="Google Shape;9042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3" name="Google Shape;9043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4" name="Google Shape;9044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5" name="Google Shape;9045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6" name="Google Shape;9046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7" name="Google Shape;9047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8" name="Google Shape;9048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9" name="Google Shape;9049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0" name="Google Shape;9050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1" name="Google Shape;9051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2" name="Google Shape;9052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3" name="Google Shape;9053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4" name="Google Shape;9054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5" name="Google Shape;9055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6" name="Google Shape;9056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7" name="Google Shape;9057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8" name="Google Shape;9058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9" name="Google Shape;9059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0" name="Google Shape;9060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1" name="Google Shape;9061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2" name="Google Shape;9062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3" name="Google Shape;9063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4" name="Google Shape;9064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5" name="Google Shape;9065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6" name="Google Shape;9066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7" name="Google Shape;9067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8" name="Google Shape;9068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9" name="Google Shape;9069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0" name="Google Shape;9070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1" name="Google Shape;9071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2" name="Google Shape;9072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3" name="Google Shape;9073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4" name="Google Shape;9074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75" name="Google Shape;9075;p31"/>
            <p:cNvGrpSpPr/>
            <p:nvPr/>
          </p:nvGrpSpPr>
          <p:grpSpPr>
            <a:xfrm rot="-758609">
              <a:off x="2002946" y="-156765"/>
              <a:ext cx="973717" cy="1294988"/>
              <a:chOff x="3896350" y="307075"/>
              <a:chExt cx="710200" cy="944525"/>
            </a:xfrm>
          </p:grpSpPr>
          <p:sp>
            <p:nvSpPr>
              <p:cNvPr id="9076" name="Google Shape;9076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7" name="Google Shape;9077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8" name="Google Shape;9078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9" name="Google Shape;9079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0" name="Google Shape;9080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1" name="Google Shape;9081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2" name="Google Shape;9082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3" name="Google Shape;9083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4" name="Google Shape;9084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5" name="Google Shape;9085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6" name="Google Shape;9086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7" name="Google Shape;9087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8" name="Google Shape;9088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9" name="Google Shape;9089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0" name="Google Shape;9090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1" name="Google Shape;9091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2" name="Google Shape;9092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3" name="Google Shape;9093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4" name="Google Shape;9094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5" name="Google Shape;9095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6" name="Google Shape;9096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7" name="Google Shape;9097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8" name="Google Shape;9098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9" name="Google Shape;9099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0" name="Google Shape;9100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1" name="Google Shape;9101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2" name="Google Shape;9102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3" name="Google Shape;9103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4" name="Google Shape;9104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5" name="Google Shape;9105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6" name="Google Shape;9106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7" name="Google Shape;9107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8" name="Google Shape;9108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09" name="Google Shape;9109;p31"/>
            <p:cNvGrpSpPr/>
            <p:nvPr/>
          </p:nvGrpSpPr>
          <p:grpSpPr>
            <a:xfrm rot="663057">
              <a:off x="2259298" y="3073353"/>
              <a:ext cx="973700" cy="1294965"/>
              <a:chOff x="3896350" y="307075"/>
              <a:chExt cx="710200" cy="944525"/>
            </a:xfrm>
          </p:grpSpPr>
          <p:sp>
            <p:nvSpPr>
              <p:cNvPr id="9110" name="Google Shape;9110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1" name="Google Shape;9111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2" name="Google Shape;9112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3" name="Google Shape;9113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4" name="Google Shape;9114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5" name="Google Shape;9115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6" name="Google Shape;9116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7" name="Google Shape;9117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8" name="Google Shape;9118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9" name="Google Shape;9119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0" name="Google Shape;9120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1" name="Google Shape;9121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2" name="Google Shape;9122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3" name="Google Shape;9123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4" name="Google Shape;9124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5" name="Google Shape;9125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6" name="Google Shape;9126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7" name="Google Shape;9127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8" name="Google Shape;9128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9" name="Google Shape;9129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0" name="Google Shape;9130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1" name="Google Shape;9131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2" name="Google Shape;9132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3" name="Google Shape;9133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4" name="Google Shape;9134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5" name="Google Shape;9135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6" name="Google Shape;9136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7" name="Google Shape;9137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8" name="Google Shape;9138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9" name="Google Shape;9139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0" name="Google Shape;9140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1" name="Google Shape;9141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2" name="Google Shape;9142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43" name="Google Shape;9143;p31"/>
            <p:cNvGrpSpPr/>
            <p:nvPr/>
          </p:nvGrpSpPr>
          <p:grpSpPr>
            <a:xfrm rot="864615">
              <a:off x="2917332" y="-166696"/>
              <a:ext cx="973709" cy="1294976"/>
              <a:chOff x="3896350" y="307075"/>
              <a:chExt cx="710200" cy="944525"/>
            </a:xfrm>
          </p:grpSpPr>
          <p:sp>
            <p:nvSpPr>
              <p:cNvPr id="9144" name="Google Shape;9144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5" name="Google Shape;9145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6" name="Google Shape;9146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7" name="Google Shape;9147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8" name="Google Shape;9148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9" name="Google Shape;9149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0" name="Google Shape;9150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1" name="Google Shape;9151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2" name="Google Shape;9152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3" name="Google Shape;9153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4" name="Google Shape;9154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5" name="Google Shape;9155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6" name="Google Shape;9156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7" name="Google Shape;9157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8" name="Google Shape;9158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9" name="Google Shape;9159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0" name="Google Shape;9160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1" name="Google Shape;9161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2" name="Google Shape;9162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3" name="Google Shape;9163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4" name="Google Shape;9164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5" name="Google Shape;9165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6" name="Google Shape;9166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7" name="Google Shape;9167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8" name="Google Shape;9168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9" name="Google Shape;9169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0" name="Google Shape;9170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1" name="Google Shape;9171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2" name="Google Shape;9172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3" name="Google Shape;9173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4" name="Google Shape;9174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5" name="Google Shape;9175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6" name="Google Shape;9176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77" name="Google Shape;9177;p31"/>
            <p:cNvGrpSpPr/>
            <p:nvPr/>
          </p:nvGrpSpPr>
          <p:grpSpPr>
            <a:xfrm rot="732989">
              <a:off x="3111783" y="887009"/>
              <a:ext cx="973645" cy="1294892"/>
              <a:chOff x="3896350" y="307075"/>
              <a:chExt cx="710200" cy="944525"/>
            </a:xfrm>
          </p:grpSpPr>
          <p:sp>
            <p:nvSpPr>
              <p:cNvPr id="9178" name="Google Shape;9178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9" name="Google Shape;9179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0" name="Google Shape;9180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1" name="Google Shape;9181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2" name="Google Shape;9182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3" name="Google Shape;9183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4" name="Google Shape;9184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5" name="Google Shape;9185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6" name="Google Shape;9186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7" name="Google Shape;9187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8" name="Google Shape;9188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9" name="Google Shape;9189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0" name="Google Shape;9190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1" name="Google Shape;9191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2" name="Google Shape;9192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3" name="Google Shape;9193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4" name="Google Shape;9194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5" name="Google Shape;9195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6" name="Google Shape;9196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7" name="Google Shape;9197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8" name="Google Shape;9198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9" name="Google Shape;9199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0" name="Google Shape;9200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1" name="Google Shape;9201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2" name="Google Shape;9202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3" name="Google Shape;9203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4" name="Google Shape;9204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5" name="Google Shape;9205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6" name="Google Shape;9206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7" name="Google Shape;9207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8" name="Google Shape;9208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9" name="Google Shape;9209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0" name="Google Shape;9210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11" name="Google Shape;9211;p31"/>
            <p:cNvGrpSpPr/>
            <p:nvPr/>
          </p:nvGrpSpPr>
          <p:grpSpPr>
            <a:xfrm rot="-758609">
              <a:off x="3020071" y="1891110"/>
              <a:ext cx="973717" cy="1294988"/>
              <a:chOff x="3896350" y="307075"/>
              <a:chExt cx="710200" cy="944525"/>
            </a:xfrm>
          </p:grpSpPr>
          <p:sp>
            <p:nvSpPr>
              <p:cNvPr id="9212" name="Google Shape;9212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3" name="Google Shape;9213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4" name="Google Shape;9214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5" name="Google Shape;9215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6" name="Google Shape;9216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7" name="Google Shape;9217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8" name="Google Shape;9218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9" name="Google Shape;9219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0" name="Google Shape;9220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1" name="Google Shape;9221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2" name="Google Shape;9222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3" name="Google Shape;9223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4" name="Google Shape;9224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5" name="Google Shape;9225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6" name="Google Shape;9226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7" name="Google Shape;9227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8" name="Google Shape;9228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9" name="Google Shape;9229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0" name="Google Shape;9230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1" name="Google Shape;9231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2" name="Google Shape;9232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3" name="Google Shape;9233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4" name="Google Shape;9234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5" name="Google Shape;9235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6" name="Google Shape;9236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7" name="Google Shape;9237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8" name="Google Shape;9238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9" name="Google Shape;9239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0" name="Google Shape;9240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1" name="Google Shape;9241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2" name="Google Shape;9242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3" name="Google Shape;9243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4" name="Google Shape;9244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45" name="Google Shape;9245;p31"/>
            <p:cNvGrpSpPr/>
            <p:nvPr/>
          </p:nvGrpSpPr>
          <p:grpSpPr>
            <a:xfrm rot="864615">
              <a:off x="3090532" y="3053854"/>
              <a:ext cx="973709" cy="1294976"/>
              <a:chOff x="3896350" y="307075"/>
              <a:chExt cx="710200" cy="944525"/>
            </a:xfrm>
          </p:grpSpPr>
          <p:sp>
            <p:nvSpPr>
              <p:cNvPr id="9246" name="Google Shape;9246;p3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7" name="Google Shape;9247;p3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8" name="Google Shape;9248;p3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9" name="Google Shape;9249;p3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0" name="Google Shape;9250;p3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1" name="Google Shape;9251;p3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2" name="Google Shape;9252;p3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3" name="Google Shape;9253;p3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4" name="Google Shape;9254;p3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5" name="Google Shape;9255;p3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6" name="Google Shape;9256;p3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7" name="Google Shape;9257;p3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8" name="Google Shape;9258;p3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9" name="Google Shape;9259;p3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0" name="Google Shape;9260;p3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1" name="Google Shape;9261;p3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2" name="Google Shape;9262;p3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3" name="Google Shape;9263;p3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4" name="Google Shape;9264;p3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5" name="Google Shape;9265;p3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6" name="Google Shape;9266;p3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7" name="Google Shape;9267;p3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8" name="Google Shape;9268;p3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9" name="Google Shape;9269;p3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0" name="Google Shape;9270;p3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1" name="Google Shape;9271;p3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2" name="Google Shape;9272;p3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3" name="Google Shape;9273;p3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4" name="Google Shape;9274;p3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5" name="Google Shape;9275;p3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6" name="Google Shape;9276;p3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7" name="Google Shape;9277;p3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8" name="Google Shape;9278;p3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9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80" name="Google Shape;9280;p32"/>
          <p:cNvGrpSpPr/>
          <p:nvPr/>
        </p:nvGrpSpPr>
        <p:grpSpPr>
          <a:xfrm>
            <a:off x="-5" y="-771"/>
            <a:ext cx="9144010" cy="5145042"/>
            <a:chOff x="1582450" y="1413850"/>
            <a:chExt cx="3301325" cy="1857550"/>
          </a:xfrm>
        </p:grpSpPr>
        <p:sp>
          <p:nvSpPr>
            <p:cNvPr id="9281" name="Google Shape;9281;p32"/>
            <p:cNvSpPr/>
            <p:nvPr/>
          </p:nvSpPr>
          <p:spPr>
            <a:xfrm>
              <a:off x="1582450" y="1413850"/>
              <a:ext cx="35425" cy="42675"/>
            </a:xfrm>
            <a:custGeom>
              <a:avLst/>
              <a:gdLst/>
              <a:ahLst/>
              <a:cxnLst/>
              <a:rect l="l" t="t" r="r" b="b"/>
              <a:pathLst>
                <a:path w="1417" h="1707" extrusionOk="0">
                  <a:moveTo>
                    <a:pt x="726" y="1"/>
                  </a:moveTo>
                  <a:lnTo>
                    <a:pt x="1" y="882"/>
                  </a:lnTo>
                  <a:lnTo>
                    <a:pt x="1" y="1706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2" name="Google Shape;9282;p32"/>
            <p:cNvSpPr/>
            <p:nvPr/>
          </p:nvSpPr>
          <p:spPr>
            <a:xfrm>
              <a:off x="1582450" y="1413850"/>
              <a:ext cx="83900" cy="101750"/>
            </a:xfrm>
            <a:custGeom>
              <a:avLst/>
              <a:gdLst/>
              <a:ahLst/>
              <a:cxnLst/>
              <a:rect l="l" t="t" r="r" b="b"/>
              <a:pathLst>
                <a:path w="3356" h="4070" extrusionOk="0">
                  <a:moveTo>
                    <a:pt x="2676" y="1"/>
                  </a:moveTo>
                  <a:lnTo>
                    <a:pt x="1" y="3233"/>
                  </a:lnTo>
                  <a:lnTo>
                    <a:pt x="1" y="4069"/>
                  </a:lnTo>
                  <a:lnTo>
                    <a:pt x="335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3" name="Google Shape;9283;p32"/>
            <p:cNvSpPr/>
            <p:nvPr/>
          </p:nvSpPr>
          <p:spPr>
            <a:xfrm>
              <a:off x="1582450" y="1413850"/>
              <a:ext cx="132650" cy="160525"/>
            </a:xfrm>
            <a:custGeom>
              <a:avLst/>
              <a:gdLst/>
              <a:ahLst/>
              <a:cxnLst/>
              <a:rect l="l" t="t" r="r" b="b"/>
              <a:pathLst>
                <a:path w="5306" h="6421" extrusionOk="0">
                  <a:moveTo>
                    <a:pt x="4615" y="1"/>
                  </a:moveTo>
                  <a:lnTo>
                    <a:pt x="1" y="5585"/>
                  </a:lnTo>
                  <a:lnTo>
                    <a:pt x="1" y="6420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4" name="Google Shape;9284;p32"/>
            <p:cNvSpPr/>
            <p:nvPr/>
          </p:nvSpPr>
          <p:spPr>
            <a:xfrm>
              <a:off x="1582450" y="1413850"/>
              <a:ext cx="181125" cy="219325"/>
            </a:xfrm>
            <a:custGeom>
              <a:avLst/>
              <a:gdLst/>
              <a:ahLst/>
              <a:cxnLst/>
              <a:rect l="l" t="t" r="r" b="b"/>
              <a:pathLst>
                <a:path w="7245" h="8773" extrusionOk="0">
                  <a:moveTo>
                    <a:pt x="6554" y="1"/>
                  </a:moveTo>
                  <a:lnTo>
                    <a:pt x="1" y="7947"/>
                  </a:lnTo>
                  <a:lnTo>
                    <a:pt x="1" y="8772"/>
                  </a:lnTo>
                  <a:lnTo>
                    <a:pt x="724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5" name="Google Shape;9285;p32"/>
            <p:cNvSpPr/>
            <p:nvPr/>
          </p:nvSpPr>
          <p:spPr>
            <a:xfrm>
              <a:off x="1582450" y="1413850"/>
              <a:ext cx="229600" cy="278100"/>
            </a:xfrm>
            <a:custGeom>
              <a:avLst/>
              <a:gdLst/>
              <a:ahLst/>
              <a:cxnLst/>
              <a:rect l="l" t="t" r="r" b="b"/>
              <a:pathLst>
                <a:path w="9184" h="11124" extrusionOk="0">
                  <a:moveTo>
                    <a:pt x="8505" y="1"/>
                  </a:moveTo>
                  <a:lnTo>
                    <a:pt x="1" y="10298"/>
                  </a:lnTo>
                  <a:lnTo>
                    <a:pt x="1" y="11123"/>
                  </a:lnTo>
                  <a:lnTo>
                    <a:pt x="918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6" name="Google Shape;9286;p32"/>
            <p:cNvSpPr/>
            <p:nvPr/>
          </p:nvSpPr>
          <p:spPr>
            <a:xfrm>
              <a:off x="1582450" y="1413850"/>
              <a:ext cx="278375" cy="336900"/>
            </a:xfrm>
            <a:custGeom>
              <a:avLst/>
              <a:gdLst/>
              <a:ahLst/>
              <a:cxnLst/>
              <a:rect l="l" t="t" r="r" b="b"/>
              <a:pathLst>
                <a:path w="11135" h="13476" extrusionOk="0">
                  <a:moveTo>
                    <a:pt x="10444" y="1"/>
                  </a:moveTo>
                  <a:lnTo>
                    <a:pt x="1" y="12650"/>
                  </a:lnTo>
                  <a:lnTo>
                    <a:pt x="1" y="13475"/>
                  </a:lnTo>
                  <a:lnTo>
                    <a:pt x="111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7" name="Google Shape;9287;p32"/>
            <p:cNvSpPr/>
            <p:nvPr/>
          </p:nvSpPr>
          <p:spPr>
            <a:xfrm>
              <a:off x="1582450" y="1413850"/>
              <a:ext cx="326850" cy="395675"/>
            </a:xfrm>
            <a:custGeom>
              <a:avLst/>
              <a:gdLst/>
              <a:ahLst/>
              <a:cxnLst/>
              <a:rect l="l" t="t" r="r" b="b"/>
              <a:pathLst>
                <a:path w="13074" h="15827" extrusionOk="0">
                  <a:moveTo>
                    <a:pt x="12394" y="1"/>
                  </a:moveTo>
                  <a:lnTo>
                    <a:pt x="1" y="15001"/>
                  </a:lnTo>
                  <a:lnTo>
                    <a:pt x="1" y="15826"/>
                  </a:lnTo>
                  <a:lnTo>
                    <a:pt x="1307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8" name="Google Shape;9288;p32"/>
            <p:cNvSpPr/>
            <p:nvPr/>
          </p:nvSpPr>
          <p:spPr>
            <a:xfrm>
              <a:off x="1582450" y="1413850"/>
              <a:ext cx="375600" cy="454725"/>
            </a:xfrm>
            <a:custGeom>
              <a:avLst/>
              <a:gdLst/>
              <a:ahLst/>
              <a:cxnLst/>
              <a:rect l="l" t="t" r="r" b="b"/>
              <a:pathLst>
                <a:path w="15024" h="18189" extrusionOk="0">
                  <a:moveTo>
                    <a:pt x="14333" y="1"/>
                  </a:moveTo>
                  <a:lnTo>
                    <a:pt x="1" y="17353"/>
                  </a:lnTo>
                  <a:lnTo>
                    <a:pt x="1" y="18189"/>
                  </a:lnTo>
                  <a:lnTo>
                    <a:pt x="1502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9" name="Google Shape;9289;p32"/>
            <p:cNvSpPr/>
            <p:nvPr/>
          </p:nvSpPr>
          <p:spPr>
            <a:xfrm>
              <a:off x="1582450" y="1413850"/>
              <a:ext cx="424075" cy="513525"/>
            </a:xfrm>
            <a:custGeom>
              <a:avLst/>
              <a:gdLst/>
              <a:ahLst/>
              <a:cxnLst/>
              <a:rect l="l" t="t" r="r" b="b"/>
              <a:pathLst>
                <a:path w="16963" h="20541" extrusionOk="0">
                  <a:moveTo>
                    <a:pt x="16283" y="1"/>
                  </a:moveTo>
                  <a:lnTo>
                    <a:pt x="1" y="19704"/>
                  </a:lnTo>
                  <a:lnTo>
                    <a:pt x="1" y="20541"/>
                  </a:lnTo>
                  <a:lnTo>
                    <a:pt x="1696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0" name="Google Shape;9290;p32"/>
            <p:cNvSpPr/>
            <p:nvPr/>
          </p:nvSpPr>
          <p:spPr>
            <a:xfrm>
              <a:off x="1582450" y="1413850"/>
              <a:ext cx="472550" cy="572300"/>
            </a:xfrm>
            <a:custGeom>
              <a:avLst/>
              <a:gdLst/>
              <a:ahLst/>
              <a:cxnLst/>
              <a:rect l="l" t="t" r="r" b="b"/>
              <a:pathLst>
                <a:path w="18902" h="22892" extrusionOk="0">
                  <a:moveTo>
                    <a:pt x="18223" y="1"/>
                  </a:moveTo>
                  <a:lnTo>
                    <a:pt x="1" y="22067"/>
                  </a:lnTo>
                  <a:lnTo>
                    <a:pt x="1" y="22892"/>
                  </a:lnTo>
                  <a:lnTo>
                    <a:pt x="1890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1" name="Google Shape;9291;p32"/>
            <p:cNvSpPr/>
            <p:nvPr/>
          </p:nvSpPr>
          <p:spPr>
            <a:xfrm>
              <a:off x="1582450" y="1413850"/>
              <a:ext cx="521325" cy="631100"/>
            </a:xfrm>
            <a:custGeom>
              <a:avLst/>
              <a:gdLst/>
              <a:ahLst/>
              <a:cxnLst/>
              <a:rect l="l" t="t" r="r" b="b"/>
              <a:pathLst>
                <a:path w="20853" h="25244" extrusionOk="0">
                  <a:moveTo>
                    <a:pt x="20162" y="1"/>
                  </a:moveTo>
                  <a:lnTo>
                    <a:pt x="1" y="24419"/>
                  </a:lnTo>
                  <a:lnTo>
                    <a:pt x="1" y="25244"/>
                  </a:lnTo>
                  <a:lnTo>
                    <a:pt x="208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2" name="Google Shape;9292;p32"/>
            <p:cNvSpPr/>
            <p:nvPr/>
          </p:nvSpPr>
          <p:spPr>
            <a:xfrm>
              <a:off x="1582450" y="1413850"/>
              <a:ext cx="569800" cy="689875"/>
            </a:xfrm>
            <a:custGeom>
              <a:avLst/>
              <a:gdLst/>
              <a:ahLst/>
              <a:cxnLst/>
              <a:rect l="l" t="t" r="r" b="b"/>
              <a:pathLst>
                <a:path w="22792" h="27595" extrusionOk="0">
                  <a:moveTo>
                    <a:pt x="22112" y="1"/>
                  </a:moveTo>
                  <a:lnTo>
                    <a:pt x="1" y="26770"/>
                  </a:lnTo>
                  <a:lnTo>
                    <a:pt x="1" y="27595"/>
                  </a:lnTo>
                  <a:lnTo>
                    <a:pt x="2279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3" name="Google Shape;9293;p32"/>
            <p:cNvSpPr/>
            <p:nvPr/>
          </p:nvSpPr>
          <p:spPr>
            <a:xfrm>
              <a:off x="1582450" y="1413850"/>
              <a:ext cx="618550" cy="748675"/>
            </a:xfrm>
            <a:custGeom>
              <a:avLst/>
              <a:gdLst/>
              <a:ahLst/>
              <a:cxnLst/>
              <a:rect l="l" t="t" r="r" b="b"/>
              <a:pathLst>
                <a:path w="24742" h="29947" extrusionOk="0">
                  <a:moveTo>
                    <a:pt x="24051" y="1"/>
                  </a:moveTo>
                  <a:lnTo>
                    <a:pt x="1" y="29122"/>
                  </a:lnTo>
                  <a:lnTo>
                    <a:pt x="1" y="29947"/>
                  </a:lnTo>
                  <a:lnTo>
                    <a:pt x="247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4" name="Google Shape;9294;p32"/>
            <p:cNvSpPr/>
            <p:nvPr/>
          </p:nvSpPr>
          <p:spPr>
            <a:xfrm>
              <a:off x="1582450" y="1413850"/>
              <a:ext cx="667025" cy="807750"/>
            </a:xfrm>
            <a:custGeom>
              <a:avLst/>
              <a:gdLst/>
              <a:ahLst/>
              <a:cxnLst/>
              <a:rect l="l" t="t" r="r" b="b"/>
              <a:pathLst>
                <a:path w="26681" h="32310" extrusionOk="0">
                  <a:moveTo>
                    <a:pt x="26001" y="1"/>
                  </a:moveTo>
                  <a:lnTo>
                    <a:pt x="1" y="31473"/>
                  </a:lnTo>
                  <a:lnTo>
                    <a:pt x="1" y="32309"/>
                  </a:lnTo>
                  <a:lnTo>
                    <a:pt x="2668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5" name="Google Shape;9295;p32"/>
            <p:cNvSpPr/>
            <p:nvPr/>
          </p:nvSpPr>
          <p:spPr>
            <a:xfrm>
              <a:off x="1582450" y="1413850"/>
              <a:ext cx="715500" cy="866525"/>
            </a:xfrm>
            <a:custGeom>
              <a:avLst/>
              <a:gdLst/>
              <a:ahLst/>
              <a:cxnLst/>
              <a:rect l="l" t="t" r="r" b="b"/>
              <a:pathLst>
                <a:path w="28620" h="34661" extrusionOk="0">
                  <a:moveTo>
                    <a:pt x="27941" y="1"/>
                  </a:moveTo>
                  <a:lnTo>
                    <a:pt x="1" y="33825"/>
                  </a:lnTo>
                  <a:lnTo>
                    <a:pt x="1" y="34660"/>
                  </a:lnTo>
                  <a:lnTo>
                    <a:pt x="2862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6" name="Google Shape;9296;p32"/>
            <p:cNvSpPr/>
            <p:nvPr/>
          </p:nvSpPr>
          <p:spPr>
            <a:xfrm>
              <a:off x="1582450" y="1413850"/>
              <a:ext cx="764275" cy="925325"/>
            </a:xfrm>
            <a:custGeom>
              <a:avLst/>
              <a:gdLst/>
              <a:ahLst/>
              <a:cxnLst/>
              <a:rect l="l" t="t" r="r" b="b"/>
              <a:pathLst>
                <a:path w="30571" h="37013" extrusionOk="0">
                  <a:moveTo>
                    <a:pt x="29880" y="1"/>
                  </a:moveTo>
                  <a:lnTo>
                    <a:pt x="1" y="36188"/>
                  </a:lnTo>
                  <a:lnTo>
                    <a:pt x="1" y="37012"/>
                  </a:lnTo>
                  <a:lnTo>
                    <a:pt x="3057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7" name="Google Shape;9297;p32"/>
            <p:cNvSpPr/>
            <p:nvPr/>
          </p:nvSpPr>
          <p:spPr>
            <a:xfrm>
              <a:off x="1582450" y="1413850"/>
              <a:ext cx="812750" cy="984100"/>
            </a:xfrm>
            <a:custGeom>
              <a:avLst/>
              <a:gdLst/>
              <a:ahLst/>
              <a:cxnLst/>
              <a:rect l="l" t="t" r="r" b="b"/>
              <a:pathLst>
                <a:path w="32510" h="39364" extrusionOk="0">
                  <a:moveTo>
                    <a:pt x="31830" y="1"/>
                  </a:moveTo>
                  <a:lnTo>
                    <a:pt x="1" y="38539"/>
                  </a:lnTo>
                  <a:lnTo>
                    <a:pt x="1" y="39363"/>
                  </a:lnTo>
                  <a:lnTo>
                    <a:pt x="3251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8" name="Google Shape;9298;p32"/>
            <p:cNvSpPr/>
            <p:nvPr/>
          </p:nvSpPr>
          <p:spPr>
            <a:xfrm>
              <a:off x="1582450" y="1413850"/>
              <a:ext cx="861500" cy="1042900"/>
            </a:xfrm>
            <a:custGeom>
              <a:avLst/>
              <a:gdLst/>
              <a:ahLst/>
              <a:cxnLst/>
              <a:rect l="l" t="t" r="r" b="b"/>
              <a:pathLst>
                <a:path w="34460" h="41716" extrusionOk="0">
                  <a:moveTo>
                    <a:pt x="33769" y="1"/>
                  </a:moveTo>
                  <a:lnTo>
                    <a:pt x="1" y="40891"/>
                  </a:lnTo>
                  <a:lnTo>
                    <a:pt x="1" y="41715"/>
                  </a:lnTo>
                  <a:lnTo>
                    <a:pt x="3446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9" name="Google Shape;9299;p32"/>
            <p:cNvSpPr/>
            <p:nvPr/>
          </p:nvSpPr>
          <p:spPr>
            <a:xfrm>
              <a:off x="1582450" y="1413850"/>
              <a:ext cx="909975" cy="1101675"/>
            </a:xfrm>
            <a:custGeom>
              <a:avLst/>
              <a:gdLst/>
              <a:ahLst/>
              <a:cxnLst/>
              <a:rect l="l" t="t" r="r" b="b"/>
              <a:pathLst>
                <a:path w="36399" h="44067" extrusionOk="0">
                  <a:moveTo>
                    <a:pt x="35719" y="1"/>
                  </a:moveTo>
                  <a:lnTo>
                    <a:pt x="1" y="43242"/>
                  </a:lnTo>
                  <a:lnTo>
                    <a:pt x="1" y="44066"/>
                  </a:lnTo>
                  <a:lnTo>
                    <a:pt x="3639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0" name="Google Shape;9300;p32"/>
            <p:cNvSpPr/>
            <p:nvPr/>
          </p:nvSpPr>
          <p:spPr>
            <a:xfrm>
              <a:off x="1582450" y="1413850"/>
              <a:ext cx="958750" cy="1160725"/>
            </a:xfrm>
            <a:custGeom>
              <a:avLst/>
              <a:gdLst/>
              <a:ahLst/>
              <a:cxnLst/>
              <a:rect l="l" t="t" r="r" b="b"/>
              <a:pathLst>
                <a:path w="38350" h="46429" extrusionOk="0">
                  <a:moveTo>
                    <a:pt x="37659" y="1"/>
                  </a:moveTo>
                  <a:lnTo>
                    <a:pt x="1" y="45594"/>
                  </a:lnTo>
                  <a:lnTo>
                    <a:pt x="1" y="46429"/>
                  </a:lnTo>
                  <a:lnTo>
                    <a:pt x="3834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1" name="Google Shape;9301;p32"/>
            <p:cNvSpPr/>
            <p:nvPr/>
          </p:nvSpPr>
          <p:spPr>
            <a:xfrm>
              <a:off x="1582450" y="1413850"/>
              <a:ext cx="1007225" cy="1219525"/>
            </a:xfrm>
            <a:custGeom>
              <a:avLst/>
              <a:gdLst/>
              <a:ahLst/>
              <a:cxnLst/>
              <a:rect l="l" t="t" r="r" b="b"/>
              <a:pathLst>
                <a:path w="40289" h="48781" extrusionOk="0">
                  <a:moveTo>
                    <a:pt x="39598" y="1"/>
                  </a:moveTo>
                  <a:lnTo>
                    <a:pt x="1" y="47945"/>
                  </a:lnTo>
                  <a:lnTo>
                    <a:pt x="1" y="48781"/>
                  </a:lnTo>
                  <a:lnTo>
                    <a:pt x="4028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2" name="Google Shape;9302;p32"/>
            <p:cNvSpPr/>
            <p:nvPr/>
          </p:nvSpPr>
          <p:spPr>
            <a:xfrm>
              <a:off x="1582450" y="1413850"/>
              <a:ext cx="1055700" cy="1278300"/>
            </a:xfrm>
            <a:custGeom>
              <a:avLst/>
              <a:gdLst/>
              <a:ahLst/>
              <a:cxnLst/>
              <a:rect l="l" t="t" r="r" b="b"/>
              <a:pathLst>
                <a:path w="42228" h="51132" extrusionOk="0">
                  <a:moveTo>
                    <a:pt x="41548" y="1"/>
                  </a:moveTo>
                  <a:lnTo>
                    <a:pt x="1" y="50297"/>
                  </a:lnTo>
                  <a:lnTo>
                    <a:pt x="1" y="51132"/>
                  </a:lnTo>
                  <a:lnTo>
                    <a:pt x="4222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3" name="Google Shape;9303;p32"/>
            <p:cNvSpPr/>
            <p:nvPr/>
          </p:nvSpPr>
          <p:spPr>
            <a:xfrm>
              <a:off x="1582450" y="1413850"/>
              <a:ext cx="1104450" cy="1337100"/>
            </a:xfrm>
            <a:custGeom>
              <a:avLst/>
              <a:gdLst/>
              <a:ahLst/>
              <a:cxnLst/>
              <a:rect l="l" t="t" r="r" b="b"/>
              <a:pathLst>
                <a:path w="44178" h="53484" extrusionOk="0">
                  <a:moveTo>
                    <a:pt x="43487" y="1"/>
                  </a:moveTo>
                  <a:lnTo>
                    <a:pt x="1" y="52659"/>
                  </a:lnTo>
                  <a:lnTo>
                    <a:pt x="1" y="53484"/>
                  </a:lnTo>
                  <a:lnTo>
                    <a:pt x="4417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4" name="Google Shape;9304;p32"/>
            <p:cNvSpPr/>
            <p:nvPr/>
          </p:nvSpPr>
          <p:spPr>
            <a:xfrm>
              <a:off x="1582450" y="1413850"/>
              <a:ext cx="1152925" cy="1395875"/>
            </a:xfrm>
            <a:custGeom>
              <a:avLst/>
              <a:gdLst/>
              <a:ahLst/>
              <a:cxnLst/>
              <a:rect l="l" t="t" r="r" b="b"/>
              <a:pathLst>
                <a:path w="46117" h="55835" extrusionOk="0">
                  <a:moveTo>
                    <a:pt x="45437" y="1"/>
                  </a:moveTo>
                  <a:lnTo>
                    <a:pt x="1" y="55010"/>
                  </a:lnTo>
                  <a:lnTo>
                    <a:pt x="1" y="55835"/>
                  </a:lnTo>
                  <a:lnTo>
                    <a:pt x="461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5" name="Google Shape;9305;p32"/>
            <p:cNvSpPr/>
            <p:nvPr/>
          </p:nvSpPr>
          <p:spPr>
            <a:xfrm>
              <a:off x="1582450" y="1413850"/>
              <a:ext cx="1201700" cy="1454675"/>
            </a:xfrm>
            <a:custGeom>
              <a:avLst/>
              <a:gdLst/>
              <a:ahLst/>
              <a:cxnLst/>
              <a:rect l="l" t="t" r="r" b="b"/>
              <a:pathLst>
                <a:path w="48068" h="58187" extrusionOk="0">
                  <a:moveTo>
                    <a:pt x="47377" y="1"/>
                  </a:moveTo>
                  <a:lnTo>
                    <a:pt x="1" y="57362"/>
                  </a:lnTo>
                  <a:lnTo>
                    <a:pt x="1" y="58187"/>
                  </a:lnTo>
                  <a:lnTo>
                    <a:pt x="4806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6" name="Google Shape;9306;p32"/>
            <p:cNvSpPr/>
            <p:nvPr/>
          </p:nvSpPr>
          <p:spPr>
            <a:xfrm>
              <a:off x="1582450" y="1413850"/>
              <a:ext cx="1250175" cy="1513750"/>
            </a:xfrm>
            <a:custGeom>
              <a:avLst/>
              <a:gdLst/>
              <a:ahLst/>
              <a:cxnLst/>
              <a:rect l="l" t="t" r="r" b="b"/>
              <a:pathLst>
                <a:path w="50007" h="60550" extrusionOk="0">
                  <a:moveTo>
                    <a:pt x="49326" y="1"/>
                  </a:moveTo>
                  <a:lnTo>
                    <a:pt x="1" y="59713"/>
                  </a:lnTo>
                  <a:lnTo>
                    <a:pt x="1" y="60550"/>
                  </a:lnTo>
                  <a:lnTo>
                    <a:pt x="5000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7" name="Google Shape;9307;p32"/>
            <p:cNvSpPr/>
            <p:nvPr/>
          </p:nvSpPr>
          <p:spPr>
            <a:xfrm>
              <a:off x="1582450" y="1413850"/>
              <a:ext cx="1298650" cy="1572525"/>
            </a:xfrm>
            <a:custGeom>
              <a:avLst/>
              <a:gdLst/>
              <a:ahLst/>
              <a:cxnLst/>
              <a:rect l="l" t="t" r="r" b="b"/>
              <a:pathLst>
                <a:path w="51946" h="62901" extrusionOk="0">
                  <a:moveTo>
                    <a:pt x="51266" y="1"/>
                  </a:moveTo>
                  <a:lnTo>
                    <a:pt x="1" y="62065"/>
                  </a:lnTo>
                  <a:lnTo>
                    <a:pt x="1" y="62901"/>
                  </a:lnTo>
                  <a:lnTo>
                    <a:pt x="5194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8" name="Google Shape;9308;p32"/>
            <p:cNvSpPr/>
            <p:nvPr/>
          </p:nvSpPr>
          <p:spPr>
            <a:xfrm>
              <a:off x="1582450" y="1413850"/>
              <a:ext cx="1347400" cy="1631325"/>
            </a:xfrm>
            <a:custGeom>
              <a:avLst/>
              <a:gdLst/>
              <a:ahLst/>
              <a:cxnLst/>
              <a:rect l="l" t="t" r="r" b="b"/>
              <a:pathLst>
                <a:path w="53896" h="65253" extrusionOk="0">
                  <a:moveTo>
                    <a:pt x="53205" y="1"/>
                  </a:moveTo>
                  <a:lnTo>
                    <a:pt x="1" y="64416"/>
                  </a:lnTo>
                  <a:lnTo>
                    <a:pt x="1" y="65253"/>
                  </a:lnTo>
                  <a:lnTo>
                    <a:pt x="5389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9" name="Google Shape;9309;p32"/>
            <p:cNvSpPr/>
            <p:nvPr/>
          </p:nvSpPr>
          <p:spPr>
            <a:xfrm>
              <a:off x="1582450" y="1413850"/>
              <a:ext cx="1395875" cy="1690100"/>
            </a:xfrm>
            <a:custGeom>
              <a:avLst/>
              <a:gdLst/>
              <a:ahLst/>
              <a:cxnLst/>
              <a:rect l="l" t="t" r="r" b="b"/>
              <a:pathLst>
                <a:path w="55835" h="67604" extrusionOk="0">
                  <a:moveTo>
                    <a:pt x="55155" y="1"/>
                  </a:moveTo>
                  <a:lnTo>
                    <a:pt x="1" y="66779"/>
                  </a:lnTo>
                  <a:lnTo>
                    <a:pt x="1" y="67604"/>
                  </a:lnTo>
                  <a:lnTo>
                    <a:pt x="558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0" name="Google Shape;9310;p32"/>
            <p:cNvSpPr/>
            <p:nvPr/>
          </p:nvSpPr>
          <p:spPr>
            <a:xfrm>
              <a:off x="1582450" y="1413850"/>
              <a:ext cx="1444650" cy="1748900"/>
            </a:xfrm>
            <a:custGeom>
              <a:avLst/>
              <a:gdLst/>
              <a:ahLst/>
              <a:cxnLst/>
              <a:rect l="l" t="t" r="r" b="b"/>
              <a:pathLst>
                <a:path w="57786" h="69956" extrusionOk="0">
                  <a:moveTo>
                    <a:pt x="57095" y="1"/>
                  </a:moveTo>
                  <a:lnTo>
                    <a:pt x="1" y="69131"/>
                  </a:lnTo>
                  <a:lnTo>
                    <a:pt x="1" y="69955"/>
                  </a:lnTo>
                  <a:lnTo>
                    <a:pt x="577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1" name="Google Shape;9311;p32"/>
            <p:cNvSpPr/>
            <p:nvPr/>
          </p:nvSpPr>
          <p:spPr>
            <a:xfrm>
              <a:off x="1582450" y="1413850"/>
              <a:ext cx="1493125" cy="1807675"/>
            </a:xfrm>
            <a:custGeom>
              <a:avLst/>
              <a:gdLst/>
              <a:ahLst/>
              <a:cxnLst/>
              <a:rect l="l" t="t" r="r" b="b"/>
              <a:pathLst>
                <a:path w="59725" h="72307" extrusionOk="0">
                  <a:moveTo>
                    <a:pt x="59044" y="1"/>
                  </a:moveTo>
                  <a:lnTo>
                    <a:pt x="1" y="71482"/>
                  </a:lnTo>
                  <a:lnTo>
                    <a:pt x="1" y="72307"/>
                  </a:lnTo>
                  <a:lnTo>
                    <a:pt x="597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2" name="Google Shape;9312;p32"/>
            <p:cNvSpPr/>
            <p:nvPr/>
          </p:nvSpPr>
          <p:spPr>
            <a:xfrm>
              <a:off x="1582450" y="1413850"/>
              <a:ext cx="1541600" cy="1857550"/>
            </a:xfrm>
            <a:custGeom>
              <a:avLst/>
              <a:gdLst/>
              <a:ahLst/>
              <a:cxnLst/>
              <a:rect l="l" t="t" r="r" b="b"/>
              <a:pathLst>
                <a:path w="61664" h="74302" extrusionOk="0">
                  <a:moveTo>
                    <a:pt x="60984" y="1"/>
                  </a:moveTo>
                  <a:lnTo>
                    <a:pt x="1" y="73834"/>
                  </a:lnTo>
                  <a:lnTo>
                    <a:pt x="1" y="74302"/>
                  </a:lnTo>
                  <a:lnTo>
                    <a:pt x="302" y="74302"/>
                  </a:lnTo>
                  <a:lnTo>
                    <a:pt x="616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3" name="Google Shape;9313;p32"/>
            <p:cNvSpPr/>
            <p:nvPr/>
          </p:nvSpPr>
          <p:spPr>
            <a:xfrm>
              <a:off x="16214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4" name="Google Shape;9314;p32"/>
            <p:cNvSpPr/>
            <p:nvPr/>
          </p:nvSpPr>
          <p:spPr>
            <a:xfrm>
              <a:off x="16702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5" name="Google Shape;9315;p32"/>
            <p:cNvSpPr/>
            <p:nvPr/>
          </p:nvSpPr>
          <p:spPr>
            <a:xfrm>
              <a:off x="17187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6" name="Google Shape;9316;p32"/>
            <p:cNvSpPr/>
            <p:nvPr/>
          </p:nvSpPr>
          <p:spPr>
            <a:xfrm>
              <a:off x="176720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7" name="Google Shape;9317;p32"/>
            <p:cNvSpPr/>
            <p:nvPr/>
          </p:nvSpPr>
          <p:spPr>
            <a:xfrm>
              <a:off x="1815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8" name="Google Shape;9318;p32"/>
            <p:cNvSpPr/>
            <p:nvPr/>
          </p:nvSpPr>
          <p:spPr>
            <a:xfrm>
              <a:off x="18644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9" name="Google Shape;9319;p32"/>
            <p:cNvSpPr/>
            <p:nvPr/>
          </p:nvSpPr>
          <p:spPr>
            <a:xfrm>
              <a:off x="19131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0" name="Google Shape;9320;p32"/>
            <p:cNvSpPr/>
            <p:nvPr/>
          </p:nvSpPr>
          <p:spPr>
            <a:xfrm>
              <a:off x="19616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1" name="Google Shape;9321;p32"/>
            <p:cNvSpPr/>
            <p:nvPr/>
          </p:nvSpPr>
          <p:spPr>
            <a:xfrm>
              <a:off x="201015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2" name="Google Shape;9322;p32"/>
            <p:cNvSpPr/>
            <p:nvPr/>
          </p:nvSpPr>
          <p:spPr>
            <a:xfrm>
              <a:off x="20588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3" name="Google Shape;9323;p32"/>
            <p:cNvSpPr/>
            <p:nvPr/>
          </p:nvSpPr>
          <p:spPr>
            <a:xfrm>
              <a:off x="21073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4" name="Google Shape;9324;p32"/>
            <p:cNvSpPr/>
            <p:nvPr/>
          </p:nvSpPr>
          <p:spPr>
            <a:xfrm>
              <a:off x="21561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5" name="Google Shape;9325;p32"/>
            <p:cNvSpPr/>
            <p:nvPr/>
          </p:nvSpPr>
          <p:spPr>
            <a:xfrm>
              <a:off x="22046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6" name="Google Shape;9326;p32"/>
            <p:cNvSpPr/>
            <p:nvPr/>
          </p:nvSpPr>
          <p:spPr>
            <a:xfrm>
              <a:off x="22533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7" name="Google Shape;9327;p32"/>
            <p:cNvSpPr/>
            <p:nvPr/>
          </p:nvSpPr>
          <p:spPr>
            <a:xfrm>
              <a:off x="23018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8" name="Google Shape;9328;p32"/>
            <p:cNvSpPr/>
            <p:nvPr/>
          </p:nvSpPr>
          <p:spPr>
            <a:xfrm>
              <a:off x="23503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9" name="Google Shape;9329;p32"/>
            <p:cNvSpPr/>
            <p:nvPr/>
          </p:nvSpPr>
          <p:spPr>
            <a:xfrm>
              <a:off x="23990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0" name="Google Shape;9330;p32"/>
            <p:cNvSpPr/>
            <p:nvPr/>
          </p:nvSpPr>
          <p:spPr>
            <a:xfrm>
              <a:off x="24475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1" name="Google Shape;9331;p32"/>
            <p:cNvSpPr/>
            <p:nvPr/>
          </p:nvSpPr>
          <p:spPr>
            <a:xfrm>
              <a:off x="24963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2" name="Google Shape;9332;p32"/>
            <p:cNvSpPr/>
            <p:nvPr/>
          </p:nvSpPr>
          <p:spPr>
            <a:xfrm>
              <a:off x="25447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3" name="Google Shape;9333;p32"/>
            <p:cNvSpPr/>
            <p:nvPr/>
          </p:nvSpPr>
          <p:spPr>
            <a:xfrm>
              <a:off x="25932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4" name="Google Shape;9334;p32"/>
            <p:cNvSpPr/>
            <p:nvPr/>
          </p:nvSpPr>
          <p:spPr>
            <a:xfrm>
              <a:off x="26420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5" name="Google Shape;9335;p32"/>
            <p:cNvSpPr/>
            <p:nvPr/>
          </p:nvSpPr>
          <p:spPr>
            <a:xfrm>
              <a:off x="26905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6" name="Google Shape;9336;p32"/>
            <p:cNvSpPr/>
            <p:nvPr/>
          </p:nvSpPr>
          <p:spPr>
            <a:xfrm>
              <a:off x="27392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7" name="Google Shape;9337;p32"/>
            <p:cNvSpPr/>
            <p:nvPr/>
          </p:nvSpPr>
          <p:spPr>
            <a:xfrm>
              <a:off x="27877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8" name="Google Shape;9338;p32"/>
            <p:cNvSpPr/>
            <p:nvPr/>
          </p:nvSpPr>
          <p:spPr>
            <a:xfrm>
              <a:off x="28362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9" name="Google Shape;9339;p32"/>
            <p:cNvSpPr/>
            <p:nvPr/>
          </p:nvSpPr>
          <p:spPr>
            <a:xfrm>
              <a:off x="28849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0" name="Google Shape;9340;p32"/>
            <p:cNvSpPr/>
            <p:nvPr/>
          </p:nvSpPr>
          <p:spPr>
            <a:xfrm>
              <a:off x="29334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1" name="Google Shape;9341;p32"/>
            <p:cNvSpPr/>
            <p:nvPr/>
          </p:nvSpPr>
          <p:spPr>
            <a:xfrm>
              <a:off x="29822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2" name="Google Shape;9342;p32"/>
            <p:cNvSpPr/>
            <p:nvPr/>
          </p:nvSpPr>
          <p:spPr>
            <a:xfrm>
              <a:off x="30306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3" name="Google Shape;9343;p32"/>
            <p:cNvSpPr/>
            <p:nvPr/>
          </p:nvSpPr>
          <p:spPr>
            <a:xfrm>
              <a:off x="307945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4" name="Google Shape;9344;p32"/>
            <p:cNvSpPr/>
            <p:nvPr/>
          </p:nvSpPr>
          <p:spPr>
            <a:xfrm>
              <a:off x="3127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5" name="Google Shape;9345;p32"/>
            <p:cNvSpPr/>
            <p:nvPr/>
          </p:nvSpPr>
          <p:spPr>
            <a:xfrm>
              <a:off x="31764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7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6" name="Google Shape;9346;p32"/>
            <p:cNvSpPr/>
            <p:nvPr/>
          </p:nvSpPr>
          <p:spPr>
            <a:xfrm>
              <a:off x="32251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7" name="Google Shape;9347;p32"/>
            <p:cNvSpPr/>
            <p:nvPr/>
          </p:nvSpPr>
          <p:spPr>
            <a:xfrm>
              <a:off x="32736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8" name="Google Shape;9348;p32"/>
            <p:cNvSpPr/>
            <p:nvPr/>
          </p:nvSpPr>
          <p:spPr>
            <a:xfrm>
              <a:off x="332240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9" name="Google Shape;9349;p32"/>
            <p:cNvSpPr/>
            <p:nvPr/>
          </p:nvSpPr>
          <p:spPr>
            <a:xfrm>
              <a:off x="3370875" y="1439500"/>
              <a:ext cx="1512900" cy="1831900"/>
            </a:xfrm>
            <a:custGeom>
              <a:avLst/>
              <a:gdLst/>
              <a:ahLst/>
              <a:cxnLst/>
              <a:rect l="l" t="t" r="r" b="b"/>
              <a:pathLst>
                <a:path w="60516" h="73276" extrusionOk="0">
                  <a:moveTo>
                    <a:pt x="60515" y="0"/>
                  </a:moveTo>
                  <a:lnTo>
                    <a:pt x="1" y="73276"/>
                  </a:lnTo>
                  <a:lnTo>
                    <a:pt x="692" y="73276"/>
                  </a:lnTo>
                  <a:lnTo>
                    <a:pt x="60515" y="825"/>
                  </a:lnTo>
                  <a:lnTo>
                    <a:pt x="60515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0" name="Google Shape;9350;p32"/>
            <p:cNvSpPr/>
            <p:nvPr/>
          </p:nvSpPr>
          <p:spPr>
            <a:xfrm>
              <a:off x="3419350" y="1498300"/>
              <a:ext cx="1464425" cy="1773100"/>
            </a:xfrm>
            <a:custGeom>
              <a:avLst/>
              <a:gdLst/>
              <a:ahLst/>
              <a:cxnLst/>
              <a:rect l="l" t="t" r="r" b="b"/>
              <a:pathLst>
                <a:path w="58577" h="70924" extrusionOk="0">
                  <a:moveTo>
                    <a:pt x="58576" y="0"/>
                  </a:moveTo>
                  <a:lnTo>
                    <a:pt x="1" y="70924"/>
                  </a:lnTo>
                  <a:lnTo>
                    <a:pt x="692" y="70924"/>
                  </a:lnTo>
                  <a:lnTo>
                    <a:pt x="58576" y="825"/>
                  </a:lnTo>
                  <a:lnTo>
                    <a:pt x="5857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1" name="Google Shape;9351;p32"/>
            <p:cNvSpPr/>
            <p:nvPr/>
          </p:nvSpPr>
          <p:spPr>
            <a:xfrm>
              <a:off x="3468100" y="1557075"/>
              <a:ext cx="1415675" cy="1714325"/>
            </a:xfrm>
            <a:custGeom>
              <a:avLst/>
              <a:gdLst/>
              <a:ahLst/>
              <a:cxnLst/>
              <a:rect l="l" t="t" r="r" b="b"/>
              <a:pathLst>
                <a:path w="56627" h="68573" extrusionOk="0">
                  <a:moveTo>
                    <a:pt x="56626" y="0"/>
                  </a:moveTo>
                  <a:lnTo>
                    <a:pt x="1" y="68573"/>
                  </a:lnTo>
                  <a:lnTo>
                    <a:pt x="681" y="68573"/>
                  </a:lnTo>
                  <a:lnTo>
                    <a:pt x="56626" y="836"/>
                  </a:lnTo>
                  <a:lnTo>
                    <a:pt x="5662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2" name="Google Shape;9352;p32"/>
            <p:cNvSpPr/>
            <p:nvPr/>
          </p:nvSpPr>
          <p:spPr>
            <a:xfrm>
              <a:off x="3516575" y="1615875"/>
              <a:ext cx="1367200" cy="1655525"/>
            </a:xfrm>
            <a:custGeom>
              <a:avLst/>
              <a:gdLst/>
              <a:ahLst/>
              <a:cxnLst/>
              <a:rect l="l" t="t" r="r" b="b"/>
              <a:pathLst>
                <a:path w="54688" h="66221" extrusionOk="0">
                  <a:moveTo>
                    <a:pt x="54687" y="0"/>
                  </a:moveTo>
                  <a:lnTo>
                    <a:pt x="1" y="66221"/>
                  </a:lnTo>
                  <a:lnTo>
                    <a:pt x="692" y="66221"/>
                  </a:lnTo>
                  <a:lnTo>
                    <a:pt x="54687" y="836"/>
                  </a:lnTo>
                  <a:lnTo>
                    <a:pt x="5468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3" name="Google Shape;9353;p32"/>
            <p:cNvSpPr/>
            <p:nvPr/>
          </p:nvSpPr>
          <p:spPr>
            <a:xfrm>
              <a:off x="3565350" y="1674650"/>
              <a:ext cx="1318425" cy="1596750"/>
            </a:xfrm>
            <a:custGeom>
              <a:avLst/>
              <a:gdLst/>
              <a:ahLst/>
              <a:cxnLst/>
              <a:rect l="l" t="t" r="r" b="b"/>
              <a:pathLst>
                <a:path w="52737" h="63870" extrusionOk="0">
                  <a:moveTo>
                    <a:pt x="52736" y="0"/>
                  </a:moveTo>
                  <a:lnTo>
                    <a:pt x="1" y="63870"/>
                  </a:lnTo>
                  <a:lnTo>
                    <a:pt x="680" y="63870"/>
                  </a:lnTo>
                  <a:lnTo>
                    <a:pt x="52736" y="836"/>
                  </a:lnTo>
                  <a:lnTo>
                    <a:pt x="5273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4" name="Google Shape;9354;p32"/>
            <p:cNvSpPr/>
            <p:nvPr/>
          </p:nvSpPr>
          <p:spPr>
            <a:xfrm>
              <a:off x="3613825" y="1733700"/>
              <a:ext cx="1269950" cy="1537700"/>
            </a:xfrm>
            <a:custGeom>
              <a:avLst/>
              <a:gdLst/>
              <a:ahLst/>
              <a:cxnLst/>
              <a:rect l="l" t="t" r="r" b="b"/>
              <a:pathLst>
                <a:path w="50798" h="61508" extrusionOk="0">
                  <a:moveTo>
                    <a:pt x="50797" y="1"/>
                  </a:moveTo>
                  <a:lnTo>
                    <a:pt x="1" y="61508"/>
                  </a:lnTo>
                  <a:lnTo>
                    <a:pt x="692" y="61508"/>
                  </a:lnTo>
                  <a:lnTo>
                    <a:pt x="50797" y="825"/>
                  </a:lnTo>
                  <a:lnTo>
                    <a:pt x="5079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5" name="Google Shape;9355;p32"/>
            <p:cNvSpPr/>
            <p:nvPr/>
          </p:nvSpPr>
          <p:spPr>
            <a:xfrm>
              <a:off x="3662300" y="1792500"/>
              <a:ext cx="1221475" cy="1478900"/>
            </a:xfrm>
            <a:custGeom>
              <a:avLst/>
              <a:gdLst/>
              <a:ahLst/>
              <a:cxnLst/>
              <a:rect l="l" t="t" r="r" b="b"/>
              <a:pathLst>
                <a:path w="48859" h="59156" extrusionOk="0">
                  <a:moveTo>
                    <a:pt x="48858" y="1"/>
                  </a:moveTo>
                  <a:lnTo>
                    <a:pt x="1" y="59156"/>
                  </a:lnTo>
                  <a:lnTo>
                    <a:pt x="692" y="59156"/>
                  </a:lnTo>
                  <a:lnTo>
                    <a:pt x="48858" y="825"/>
                  </a:lnTo>
                  <a:lnTo>
                    <a:pt x="4885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6" name="Google Shape;9356;p32"/>
            <p:cNvSpPr/>
            <p:nvPr/>
          </p:nvSpPr>
          <p:spPr>
            <a:xfrm>
              <a:off x="3711050" y="1851275"/>
              <a:ext cx="1172725" cy="1420125"/>
            </a:xfrm>
            <a:custGeom>
              <a:avLst/>
              <a:gdLst/>
              <a:ahLst/>
              <a:cxnLst/>
              <a:rect l="l" t="t" r="r" b="b"/>
              <a:pathLst>
                <a:path w="46909" h="56805" extrusionOk="0">
                  <a:moveTo>
                    <a:pt x="46908" y="1"/>
                  </a:moveTo>
                  <a:lnTo>
                    <a:pt x="1" y="56805"/>
                  </a:lnTo>
                  <a:lnTo>
                    <a:pt x="681" y="56805"/>
                  </a:lnTo>
                  <a:lnTo>
                    <a:pt x="46908" y="825"/>
                  </a:lnTo>
                  <a:lnTo>
                    <a:pt x="4690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7" name="Google Shape;9357;p32"/>
            <p:cNvSpPr/>
            <p:nvPr/>
          </p:nvSpPr>
          <p:spPr>
            <a:xfrm>
              <a:off x="3759525" y="1910075"/>
              <a:ext cx="1124250" cy="1361325"/>
            </a:xfrm>
            <a:custGeom>
              <a:avLst/>
              <a:gdLst/>
              <a:ahLst/>
              <a:cxnLst/>
              <a:rect l="l" t="t" r="r" b="b"/>
              <a:pathLst>
                <a:path w="44970" h="54453" extrusionOk="0">
                  <a:moveTo>
                    <a:pt x="44969" y="1"/>
                  </a:moveTo>
                  <a:lnTo>
                    <a:pt x="1" y="54453"/>
                  </a:lnTo>
                  <a:lnTo>
                    <a:pt x="692" y="54453"/>
                  </a:lnTo>
                  <a:lnTo>
                    <a:pt x="44969" y="836"/>
                  </a:lnTo>
                  <a:lnTo>
                    <a:pt x="4496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8" name="Google Shape;9358;p32"/>
            <p:cNvSpPr/>
            <p:nvPr/>
          </p:nvSpPr>
          <p:spPr>
            <a:xfrm>
              <a:off x="3808300" y="1968850"/>
              <a:ext cx="1075475" cy="1302550"/>
            </a:xfrm>
            <a:custGeom>
              <a:avLst/>
              <a:gdLst/>
              <a:ahLst/>
              <a:cxnLst/>
              <a:rect l="l" t="t" r="r" b="b"/>
              <a:pathLst>
                <a:path w="43019" h="52102" extrusionOk="0">
                  <a:moveTo>
                    <a:pt x="43018" y="1"/>
                  </a:moveTo>
                  <a:lnTo>
                    <a:pt x="1" y="52102"/>
                  </a:lnTo>
                  <a:lnTo>
                    <a:pt x="680" y="52102"/>
                  </a:lnTo>
                  <a:lnTo>
                    <a:pt x="43018" y="837"/>
                  </a:lnTo>
                  <a:lnTo>
                    <a:pt x="4301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9" name="Google Shape;9359;p32"/>
            <p:cNvSpPr/>
            <p:nvPr/>
          </p:nvSpPr>
          <p:spPr>
            <a:xfrm>
              <a:off x="3856775" y="2027650"/>
              <a:ext cx="1027000" cy="1243750"/>
            </a:xfrm>
            <a:custGeom>
              <a:avLst/>
              <a:gdLst/>
              <a:ahLst/>
              <a:cxnLst/>
              <a:rect l="l" t="t" r="r" b="b"/>
              <a:pathLst>
                <a:path w="41080" h="49750" extrusionOk="0">
                  <a:moveTo>
                    <a:pt x="41079" y="1"/>
                  </a:moveTo>
                  <a:lnTo>
                    <a:pt x="1" y="49750"/>
                  </a:lnTo>
                  <a:lnTo>
                    <a:pt x="692" y="49750"/>
                  </a:lnTo>
                  <a:lnTo>
                    <a:pt x="41079" y="836"/>
                  </a:lnTo>
                  <a:lnTo>
                    <a:pt x="4107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0" name="Google Shape;9360;p32"/>
            <p:cNvSpPr/>
            <p:nvPr/>
          </p:nvSpPr>
          <p:spPr>
            <a:xfrm>
              <a:off x="3905525" y="2086725"/>
              <a:ext cx="978250" cy="1184675"/>
            </a:xfrm>
            <a:custGeom>
              <a:avLst/>
              <a:gdLst/>
              <a:ahLst/>
              <a:cxnLst/>
              <a:rect l="l" t="t" r="r" b="b"/>
              <a:pathLst>
                <a:path w="39130" h="47387" extrusionOk="0">
                  <a:moveTo>
                    <a:pt x="39129" y="0"/>
                  </a:moveTo>
                  <a:lnTo>
                    <a:pt x="1" y="47387"/>
                  </a:lnTo>
                  <a:lnTo>
                    <a:pt x="681" y="47387"/>
                  </a:lnTo>
                  <a:lnTo>
                    <a:pt x="39129" y="825"/>
                  </a:lnTo>
                  <a:lnTo>
                    <a:pt x="39129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1" name="Google Shape;9361;p32"/>
            <p:cNvSpPr/>
            <p:nvPr/>
          </p:nvSpPr>
          <p:spPr>
            <a:xfrm>
              <a:off x="3954000" y="2145500"/>
              <a:ext cx="929775" cy="1125900"/>
            </a:xfrm>
            <a:custGeom>
              <a:avLst/>
              <a:gdLst/>
              <a:ahLst/>
              <a:cxnLst/>
              <a:rect l="l" t="t" r="r" b="b"/>
              <a:pathLst>
                <a:path w="37191" h="45036" extrusionOk="0">
                  <a:moveTo>
                    <a:pt x="37190" y="0"/>
                  </a:moveTo>
                  <a:lnTo>
                    <a:pt x="1" y="45036"/>
                  </a:lnTo>
                  <a:lnTo>
                    <a:pt x="681" y="45036"/>
                  </a:lnTo>
                  <a:lnTo>
                    <a:pt x="37190" y="825"/>
                  </a:lnTo>
                  <a:lnTo>
                    <a:pt x="3719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2" name="Google Shape;9362;p32"/>
            <p:cNvSpPr/>
            <p:nvPr/>
          </p:nvSpPr>
          <p:spPr>
            <a:xfrm>
              <a:off x="4002475" y="2204300"/>
              <a:ext cx="881300" cy="1067100"/>
            </a:xfrm>
            <a:custGeom>
              <a:avLst/>
              <a:gdLst/>
              <a:ahLst/>
              <a:cxnLst/>
              <a:rect l="l" t="t" r="r" b="b"/>
              <a:pathLst>
                <a:path w="35252" h="42684" extrusionOk="0">
                  <a:moveTo>
                    <a:pt x="35251" y="0"/>
                  </a:moveTo>
                  <a:lnTo>
                    <a:pt x="1" y="42684"/>
                  </a:lnTo>
                  <a:lnTo>
                    <a:pt x="692" y="42684"/>
                  </a:lnTo>
                  <a:lnTo>
                    <a:pt x="35251" y="825"/>
                  </a:lnTo>
                  <a:lnTo>
                    <a:pt x="3525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3" name="Google Shape;9363;p32"/>
            <p:cNvSpPr/>
            <p:nvPr/>
          </p:nvSpPr>
          <p:spPr>
            <a:xfrm>
              <a:off x="4051250" y="2263075"/>
              <a:ext cx="832525" cy="1008325"/>
            </a:xfrm>
            <a:custGeom>
              <a:avLst/>
              <a:gdLst/>
              <a:ahLst/>
              <a:cxnLst/>
              <a:rect l="l" t="t" r="r" b="b"/>
              <a:pathLst>
                <a:path w="33301" h="40333" extrusionOk="0">
                  <a:moveTo>
                    <a:pt x="33300" y="0"/>
                  </a:moveTo>
                  <a:lnTo>
                    <a:pt x="1" y="40333"/>
                  </a:lnTo>
                  <a:lnTo>
                    <a:pt x="680" y="40333"/>
                  </a:lnTo>
                  <a:lnTo>
                    <a:pt x="33300" y="837"/>
                  </a:lnTo>
                  <a:lnTo>
                    <a:pt x="3330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4" name="Google Shape;9364;p32"/>
            <p:cNvSpPr/>
            <p:nvPr/>
          </p:nvSpPr>
          <p:spPr>
            <a:xfrm>
              <a:off x="4099725" y="2321875"/>
              <a:ext cx="784050" cy="949525"/>
            </a:xfrm>
            <a:custGeom>
              <a:avLst/>
              <a:gdLst/>
              <a:ahLst/>
              <a:cxnLst/>
              <a:rect l="l" t="t" r="r" b="b"/>
              <a:pathLst>
                <a:path w="31362" h="37981" extrusionOk="0">
                  <a:moveTo>
                    <a:pt x="31361" y="0"/>
                  </a:moveTo>
                  <a:lnTo>
                    <a:pt x="1" y="37981"/>
                  </a:lnTo>
                  <a:lnTo>
                    <a:pt x="692" y="37981"/>
                  </a:lnTo>
                  <a:lnTo>
                    <a:pt x="31361" y="836"/>
                  </a:lnTo>
                  <a:lnTo>
                    <a:pt x="3136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5" name="Google Shape;9365;p32"/>
            <p:cNvSpPr/>
            <p:nvPr/>
          </p:nvSpPr>
          <p:spPr>
            <a:xfrm>
              <a:off x="4148475" y="2380650"/>
              <a:ext cx="735300" cy="890750"/>
            </a:xfrm>
            <a:custGeom>
              <a:avLst/>
              <a:gdLst/>
              <a:ahLst/>
              <a:cxnLst/>
              <a:rect l="l" t="t" r="r" b="b"/>
              <a:pathLst>
                <a:path w="29412" h="35630" extrusionOk="0">
                  <a:moveTo>
                    <a:pt x="29411" y="0"/>
                  </a:moveTo>
                  <a:lnTo>
                    <a:pt x="1" y="35630"/>
                  </a:lnTo>
                  <a:lnTo>
                    <a:pt x="681" y="35630"/>
                  </a:lnTo>
                  <a:lnTo>
                    <a:pt x="29411" y="837"/>
                  </a:lnTo>
                  <a:lnTo>
                    <a:pt x="2941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6" name="Google Shape;9366;p32"/>
            <p:cNvSpPr/>
            <p:nvPr/>
          </p:nvSpPr>
          <p:spPr>
            <a:xfrm>
              <a:off x="4196950" y="2439725"/>
              <a:ext cx="686825" cy="831675"/>
            </a:xfrm>
            <a:custGeom>
              <a:avLst/>
              <a:gdLst/>
              <a:ahLst/>
              <a:cxnLst/>
              <a:rect l="l" t="t" r="r" b="b"/>
              <a:pathLst>
                <a:path w="27473" h="33267" extrusionOk="0">
                  <a:moveTo>
                    <a:pt x="27472" y="0"/>
                  </a:moveTo>
                  <a:lnTo>
                    <a:pt x="1" y="33267"/>
                  </a:lnTo>
                  <a:lnTo>
                    <a:pt x="681" y="33267"/>
                  </a:lnTo>
                  <a:lnTo>
                    <a:pt x="27472" y="825"/>
                  </a:lnTo>
                  <a:lnTo>
                    <a:pt x="2747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7" name="Google Shape;9367;p32"/>
            <p:cNvSpPr/>
            <p:nvPr/>
          </p:nvSpPr>
          <p:spPr>
            <a:xfrm>
              <a:off x="4245425" y="2498500"/>
              <a:ext cx="638350" cy="772900"/>
            </a:xfrm>
            <a:custGeom>
              <a:avLst/>
              <a:gdLst/>
              <a:ahLst/>
              <a:cxnLst/>
              <a:rect l="l" t="t" r="r" b="b"/>
              <a:pathLst>
                <a:path w="25534" h="30916" extrusionOk="0">
                  <a:moveTo>
                    <a:pt x="25533" y="1"/>
                  </a:moveTo>
                  <a:lnTo>
                    <a:pt x="1" y="30916"/>
                  </a:lnTo>
                  <a:lnTo>
                    <a:pt x="692" y="30916"/>
                  </a:lnTo>
                  <a:lnTo>
                    <a:pt x="25533" y="826"/>
                  </a:lnTo>
                  <a:lnTo>
                    <a:pt x="2553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8" name="Google Shape;9368;p32"/>
            <p:cNvSpPr/>
            <p:nvPr/>
          </p:nvSpPr>
          <p:spPr>
            <a:xfrm>
              <a:off x="4294200" y="2557300"/>
              <a:ext cx="589575" cy="714100"/>
            </a:xfrm>
            <a:custGeom>
              <a:avLst/>
              <a:gdLst/>
              <a:ahLst/>
              <a:cxnLst/>
              <a:rect l="l" t="t" r="r" b="b"/>
              <a:pathLst>
                <a:path w="23583" h="28564" extrusionOk="0">
                  <a:moveTo>
                    <a:pt x="23582" y="0"/>
                  </a:moveTo>
                  <a:lnTo>
                    <a:pt x="1" y="28564"/>
                  </a:lnTo>
                  <a:lnTo>
                    <a:pt x="680" y="28564"/>
                  </a:lnTo>
                  <a:lnTo>
                    <a:pt x="23582" y="825"/>
                  </a:lnTo>
                  <a:lnTo>
                    <a:pt x="2358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9" name="Google Shape;9369;p32"/>
            <p:cNvSpPr/>
            <p:nvPr/>
          </p:nvSpPr>
          <p:spPr>
            <a:xfrm>
              <a:off x="4342675" y="2616075"/>
              <a:ext cx="541100" cy="655325"/>
            </a:xfrm>
            <a:custGeom>
              <a:avLst/>
              <a:gdLst/>
              <a:ahLst/>
              <a:cxnLst/>
              <a:rect l="l" t="t" r="r" b="b"/>
              <a:pathLst>
                <a:path w="21644" h="26213" extrusionOk="0">
                  <a:moveTo>
                    <a:pt x="21643" y="1"/>
                  </a:moveTo>
                  <a:lnTo>
                    <a:pt x="1" y="26213"/>
                  </a:lnTo>
                  <a:lnTo>
                    <a:pt x="692" y="26213"/>
                  </a:lnTo>
                  <a:lnTo>
                    <a:pt x="21643" y="826"/>
                  </a:lnTo>
                  <a:lnTo>
                    <a:pt x="216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0" name="Google Shape;9370;p32"/>
            <p:cNvSpPr/>
            <p:nvPr/>
          </p:nvSpPr>
          <p:spPr>
            <a:xfrm>
              <a:off x="4391425" y="2674850"/>
              <a:ext cx="492350" cy="596550"/>
            </a:xfrm>
            <a:custGeom>
              <a:avLst/>
              <a:gdLst/>
              <a:ahLst/>
              <a:cxnLst/>
              <a:rect l="l" t="t" r="r" b="b"/>
              <a:pathLst>
                <a:path w="19694" h="23862" extrusionOk="0">
                  <a:moveTo>
                    <a:pt x="19693" y="1"/>
                  </a:moveTo>
                  <a:lnTo>
                    <a:pt x="1" y="23862"/>
                  </a:lnTo>
                  <a:lnTo>
                    <a:pt x="681" y="23862"/>
                  </a:lnTo>
                  <a:lnTo>
                    <a:pt x="19693" y="837"/>
                  </a:lnTo>
                  <a:lnTo>
                    <a:pt x="1969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1" name="Google Shape;9371;p32"/>
            <p:cNvSpPr/>
            <p:nvPr/>
          </p:nvSpPr>
          <p:spPr>
            <a:xfrm>
              <a:off x="4439900" y="2733650"/>
              <a:ext cx="443875" cy="537750"/>
            </a:xfrm>
            <a:custGeom>
              <a:avLst/>
              <a:gdLst/>
              <a:ahLst/>
              <a:cxnLst/>
              <a:rect l="l" t="t" r="r" b="b"/>
              <a:pathLst>
                <a:path w="17755" h="21510" extrusionOk="0">
                  <a:moveTo>
                    <a:pt x="17754" y="1"/>
                  </a:moveTo>
                  <a:lnTo>
                    <a:pt x="1" y="21510"/>
                  </a:lnTo>
                  <a:lnTo>
                    <a:pt x="692" y="21510"/>
                  </a:lnTo>
                  <a:lnTo>
                    <a:pt x="17754" y="836"/>
                  </a:lnTo>
                  <a:lnTo>
                    <a:pt x="1775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2" name="Google Shape;9372;p32"/>
            <p:cNvSpPr/>
            <p:nvPr/>
          </p:nvSpPr>
          <p:spPr>
            <a:xfrm>
              <a:off x="4488375" y="2792725"/>
              <a:ext cx="395400" cy="478675"/>
            </a:xfrm>
            <a:custGeom>
              <a:avLst/>
              <a:gdLst/>
              <a:ahLst/>
              <a:cxnLst/>
              <a:rect l="l" t="t" r="r" b="b"/>
              <a:pathLst>
                <a:path w="15816" h="19147" extrusionOk="0">
                  <a:moveTo>
                    <a:pt x="15815" y="1"/>
                  </a:moveTo>
                  <a:lnTo>
                    <a:pt x="1" y="19147"/>
                  </a:lnTo>
                  <a:lnTo>
                    <a:pt x="692" y="19147"/>
                  </a:lnTo>
                  <a:lnTo>
                    <a:pt x="15815" y="825"/>
                  </a:lnTo>
                  <a:lnTo>
                    <a:pt x="1581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3" name="Google Shape;9373;p32"/>
            <p:cNvSpPr/>
            <p:nvPr/>
          </p:nvSpPr>
          <p:spPr>
            <a:xfrm>
              <a:off x="4537150" y="2851500"/>
              <a:ext cx="346625" cy="419900"/>
            </a:xfrm>
            <a:custGeom>
              <a:avLst/>
              <a:gdLst/>
              <a:ahLst/>
              <a:cxnLst/>
              <a:rect l="l" t="t" r="r" b="b"/>
              <a:pathLst>
                <a:path w="13865" h="16796" extrusionOk="0">
                  <a:moveTo>
                    <a:pt x="13864" y="1"/>
                  </a:moveTo>
                  <a:lnTo>
                    <a:pt x="1" y="16796"/>
                  </a:lnTo>
                  <a:lnTo>
                    <a:pt x="680" y="16796"/>
                  </a:lnTo>
                  <a:lnTo>
                    <a:pt x="13864" y="825"/>
                  </a:lnTo>
                  <a:lnTo>
                    <a:pt x="138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4" name="Google Shape;9374;p32"/>
            <p:cNvSpPr/>
            <p:nvPr/>
          </p:nvSpPr>
          <p:spPr>
            <a:xfrm>
              <a:off x="4585625" y="2910300"/>
              <a:ext cx="298150" cy="361100"/>
            </a:xfrm>
            <a:custGeom>
              <a:avLst/>
              <a:gdLst/>
              <a:ahLst/>
              <a:cxnLst/>
              <a:rect l="l" t="t" r="r" b="b"/>
              <a:pathLst>
                <a:path w="11926" h="14444" extrusionOk="0">
                  <a:moveTo>
                    <a:pt x="11925" y="1"/>
                  </a:moveTo>
                  <a:lnTo>
                    <a:pt x="1" y="14444"/>
                  </a:lnTo>
                  <a:lnTo>
                    <a:pt x="692" y="14444"/>
                  </a:lnTo>
                  <a:lnTo>
                    <a:pt x="11925" y="825"/>
                  </a:lnTo>
                  <a:lnTo>
                    <a:pt x="119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5" name="Google Shape;9375;p32"/>
            <p:cNvSpPr/>
            <p:nvPr/>
          </p:nvSpPr>
          <p:spPr>
            <a:xfrm>
              <a:off x="4634375" y="2969075"/>
              <a:ext cx="249400" cy="302325"/>
            </a:xfrm>
            <a:custGeom>
              <a:avLst/>
              <a:gdLst/>
              <a:ahLst/>
              <a:cxnLst/>
              <a:rect l="l" t="t" r="r" b="b"/>
              <a:pathLst>
                <a:path w="9976" h="12093" extrusionOk="0">
                  <a:moveTo>
                    <a:pt x="9975" y="1"/>
                  </a:moveTo>
                  <a:lnTo>
                    <a:pt x="1" y="12093"/>
                  </a:lnTo>
                  <a:lnTo>
                    <a:pt x="681" y="12093"/>
                  </a:lnTo>
                  <a:lnTo>
                    <a:pt x="9975" y="825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6" name="Google Shape;9376;p32"/>
            <p:cNvSpPr/>
            <p:nvPr/>
          </p:nvSpPr>
          <p:spPr>
            <a:xfrm>
              <a:off x="4682850" y="3027875"/>
              <a:ext cx="200925" cy="243525"/>
            </a:xfrm>
            <a:custGeom>
              <a:avLst/>
              <a:gdLst/>
              <a:ahLst/>
              <a:cxnLst/>
              <a:rect l="l" t="t" r="r" b="b"/>
              <a:pathLst>
                <a:path w="8037" h="9741" extrusionOk="0">
                  <a:moveTo>
                    <a:pt x="8036" y="1"/>
                  </a:moveTo>
                  <a:lnTo>
                    <a:pt x="1" y="9741"/>
                  </a:lnTo>
                  <a:lnTo>
                    <a:pt x="692" y="9741"/>
                  </a:lnTo>
                  <a:lnTo>
                    <a:pt x="8036" y="836"/>
                  </a:lnTo>
                  <a:lnTo>
                    <a:pt x="803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7" name="Google Shape;9377;p32"/>
            <p:cNvSpPr/>
            <p:nvPr/>
          </p:nvSpPr>
          <p:spPr>
            <a:xfrm>
              <a:off x="4731625" y="3086650"/>
              <a:ext cx="152150" cy="184750"/>
            </a:xfrm>
            <a:custGeom>
              <a:avLst/>
              <a:gdLst/>
              <a:ahLst/>
              <a:cxnLst/>
              <a:rect l="l" t="t" r="r" b="b"/>
              <a:pathLst>
                <a:path w="6086" h="7390" extrusionOk="0">
                  <a:moveTo>
                    <a:pt x="6085" y="1"/>
                  </a:moveTo>
                  <a:lnTo>
                    <a:pt x="0" y="7390"/>
                  </a:lnTo>
                  <a:lnTo>
                    <a:pt x="680" y="7390"/>
                  </a:lnTo>
                  <a:lnTo>
                    <a:pt x="6085" y="837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8" name="Google Shape;9378;p32"/>
            <p:cNvSpPr/>
            <p:nvPr/>
          </p:nvSpPr>
          <p:spPr>
            <a:xfrm>
              <a:off x="4780100" y="3145725"/>
              <a:ext cx="103675" cy="125675"/>
            </a:xfrm>
            <a:custGeom>
              <a:avLst/>
              <a:gdLst/>
              <a:ahLst/>
              <a:cxnLst/>
              <a:rect l="l" t="t" r="r" b="b"/>
              <a:pathLst>
                <a:path w="4147" h="5027" extrusionOk="0">
                  <a:moveTo>
                    <a:pt x="4146" y="0"/>
                  </a:moveTo>
                  <a:lnTo>
                    <a:pt x="1" y="5027"/>
                  </a:lnTo>
                  <a:lnTo>
                    <a:pt x="680" y="5027"/>
                  </a:lnTo>
                  <a:lnTo>
                    <a:pt x="4146" y="825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9" name="Google Shape;9379;p32"/>
            <p:cNvSpPr/>
            <p:nvPr/>
          </p:nvSpPr>
          <p:spPr>
            <a:xfrm>
              <a:off x="4828575" y="3204525"/>
              <a:ext cx="55200" cy="66875"/>
            </a:xfrm>
            <a:custGeom>
              <a:avLst/>
              <a:gdLst/>
              <a:ahLst/>
              <a:cxnLst/>
              <a:rect l="l" t="t" r="r" b="b"/>
              <a:pathLst>
                <a:path w="2208" h="2675" extrusionOk="0">
                  <a:moveTo>
                    <a:pt x="2207" y="0"/>
                  </a:moveTo>
                  <a:lnTo>
                    <a:pt x="1" y="2675"/>
                  </a:lnTo>
                  <a:lnTo>
                    <a:pt x="692" y="2675"/>
                  </a:lnTo>
                  <a:lnTo>
                    <a:pt x="2207" y="825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0" name="Google Shape;9380;p32"/>
            <p:cNvSpPr/>
            <p:nvPr/>
          </p:nvSpPr>
          <p:spPr>
            <a:xfrm>
              <a:off x="4877325" y="3263300"/>
              <a:ext cx="6450" cy="8100"/>
            </a:xfrm>
            <a:custGeom>
              <a:avLst/>
              <a:gdLst/>
              <a:ahLst/>
              <a:cxnLst/>
              <a:rect l="l" t="t" r="r" b="b"/>
              <a:pathLst>
                <a:path w="258" h="324" extrusionOk="0">
                  <a:moveTo>
                    <a:pt x="257" y="0"/>
                  </a:moveTo>
                  <a:lnTo>
                    <a:pt x="1" y="324"/>
                  </a:lnTo>
                  <a:lnTo>
                    <a:pt x="257" y="324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81" name="Google Shape;9381;p32"/>
          <p:cNvGrpSpPr/>
          <p:nvPr/>
        </p:nvGrpSpPr>
        <p:grpSpPr>
          <a:xfrm>
            <a:off x="3291522" y="-228357"/>
            <a:ext cx="2560960" cy="5600208"/>
            <a:chOff x="-5771890" y="-55270"/>
            <a:chExt cx="2560960" cy="5600208"/>
          </a:xfrm>
        </p:grpSpPr>
        <p:grpSp>
          <p:nvGrpSpPr>
            <p:cNvPr id="9382" name="Google Shape;9382;p32"/>
            <p:cNvGrpSpPr/>
            <p:nvPr/>
          </p:nvGrpSpPr>
          <p:grpSpPr>
            <a:xfrm rot="-1828670">
              <a:off x="-5284086" y="4092484"/>
              <a:ext cx="973715" cy="1294985"/>
              <a:chOff x="3896350" y="307075"/>
              <a:chExt cx="710200" cy="944525"/>
            </a:xfrm>
          </p:grpSpPr>
          <p:sp>
            <p:nvSpPr>
              <p:cNvPr id="9383" name="Google Shape;9383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4" name="Google Shape;9384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5" name="Google Shape;9385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6" name="Google Shape;9386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7" name="Google Shape;9387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8" name="Google Shape;9388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9" name="Google Shape;9389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0" name="Google Shape;9390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1" name="Google Shape;9391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2" name="Google Shape;9392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3" name="Google Shape;9393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4" name="Google Shape;9394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5" name="Google Shape;9395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6" name="Google Shape;9396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7" name="Google Shape;9397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8" name="Google Shape;9398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9" name="Google Shape;9399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0" name="Google Shape;9400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1" name="Google Shape;9401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2" name="Google Shape;9402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3" name="Google Shape;9403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4" name="Google Shape;9404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5" name="Google Shape;9405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6" name="Google Shape;9406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7" name="Google Shape;9407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8" name="Google Shape;9408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9" name="Google Shape;9409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0" name="Google Shape;9410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1" name="Google Shape;9411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2" name="Google Shape;9412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3" name="Google Shape;9413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4" name="Google Shape;9414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5" name="Google Shape;9415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16" name="Google Shape;9416;p32"/>
            <p:cNvGrpSpPr/>
            <p:nvPr/>
          </p:nvGrpSpPr>
          <p:grpSpPr>
            <a:xfrm rot="1315721">
              <a:off x="-5565315" y="1330508"/>
              <a:ext cx="973679" cy="1294936"/>
              <a:chOff x="3896350" y="307075"/>
              <a:chExt cx="710200" cy="944525"/>
            </a:xfrm>
          </p:grpSpPr>
          <p:sp>
            <p:nvSpPr>
              <p:cNvPr id="9417" name="Google Shape;9417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8" name="Google Shape;9418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9" name="Google Shape;9419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0" name="Google Shape;9420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1" name="Google Shape;9421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2" name="Google Shape;9422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3" name="Google Shape;9423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4" name="Google Shape;9424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5" name="Google Shape;9425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6" name="Google Shape;9426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7" name="Google Shape;9427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8" name="Google Shape;9428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9" name="Google Shape;9429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0" name="Google Shape;9430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1" name="Google Shape;9431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2" name="Google Shape;9432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3" name="Google Shape;9433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4" name="Google Shape;9434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5" name="Google Shape;9435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6" name="Google Shape;9436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7" name="Google Shape;9437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8" name="Google Shape;9438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9" name="Google Shape;9439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0" name="Google Shape;9440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1" name="Google Shape;9441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2" name="Google Shape;9442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3" name="Google Shape;9443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4" name="Google Shape;9444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5" name="Google Shape;9445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6" name="Google Shape;9446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7" name="Google Shape;9447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8" name="Google Shape;9448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9" name="Google Shape;9449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50" name="Google Shape;9450;p32"/>
            <p:cNvGrpSpPr/>
            <p:nvPr/>
          </p:nvGrpSpPr>
          <p:grpSpPr>
            <a:xfrm rot="-758609">
              <a:off x="-5415317" y="90860"/>
              <a:ext cx="973717" cy="1294988"/>
              <a:chOff x="3896350" y="307075"/>
              <a:chExt cx="710200" cy="944525"/>
            </a:xfrm>
          </p:grpSpPr>
          <p:sp>
            <p:nvSpPr>
              <p:cNvPr id="9451" name="Google Shape;9451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2" name="Google Shape;9452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3" name="Google Shape;9453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4" name="Google Shape;9454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5" name="Google Shape;9455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6" name="Google Shape;9456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7" name="Google Shape;9457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8" name="Google Shape;9458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9" name="Google Shape;9459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0" name="Google Shape;9460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1" name="Google Shape;9461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2" name="Google Shape;9462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3" name="Google Shape;9463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4" name="Google Shape;9464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5" name="Google Shape;9465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6" name="Google Shape;9466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7" name="Google Shape;9467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8" name="Google Shape;9468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9" name="Google Shape;9469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0" name="Google Shape;9470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1" name="Google Shape;9471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2" name="Google Shape;9472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3" name="Google Shape;9473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4" name="Google Shape;9474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5" name="Google Shape;9475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6" name="Google Shape;9476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7" name="Google Shape;9477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8" name="Google Shape;9478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9" name="Google Shape;9479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0" name="Google Shape;9480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1" name="Google Shape;9481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2" name="Google Shape;9482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3" name="Google Shape;9483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84" name="Google Shape;9484;p32"/>
            <p:cNvGrpSpPr/>
            <p:nvPr/>
          </p:nvGrpSpPr>
          <p:grpSpPr>
            <a:xfrm rot="732989">
              <a:off x="-4820154" y="33084"/>
              <a:ext cx="973645" cy="1294892"/>
              <a:chOff x="3896350" y="307075"/>
              <a:chExt cx="710200" cy="944525"/>
            </a:xfrm>
          </p:grpSpPr>
          <p:sp>
            <p:nvSpPr>
              <p:cNvPr id="9485" name="Google Shape;9485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6" name="Google Shape;9486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7" name="Google Shape;9487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8" name="Google Shape;9488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9" name="Google Shape;9489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0" name="Google Shape;9490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1" name="Google Shape;9491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2" name="Google Shape;9492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3" name="Google Shape;9493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4" name="Google Shape;9494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5" name="Google Shape;9495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6" name="Google Shape;9496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7" name="Google Shape;9497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8" name="Google Shape;9498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9" name="Google Shape;9499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0" name="Google Shape;9500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1" name="Google Shape;9501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2" name="Google Shape;9502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3" name="Google Shape;9503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4" name="Google Shape;9504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5" name="Google Shape;9505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6" name="Google Shape;9506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7" name="Google Shape;9507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8" name="Google Shape;9508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9" name="Google Shape;9509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0" name="Google Shape;9510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1" name="Google Shape;9511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2" name="Google Shape;9512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3" name="Google Shape;9513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4" name="Google Shape;9514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5" name="Google Shape;9515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6" name="Google Shape;9516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7" name="Google Shape;9517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18" name="Google Shape;9518;p32"/>
            <p:cNvGrpSpPr/>
            <p:nvPr/>
          </p:nvGrpSpPr>
          <p:grpSpPr>
            <a:xfrm rot="-758609">
              <a:off x="-4694042" y="861972"/>
              <a:ext cx="973717" cy="1294988"/>
              <a:chOff x="3896350" y="307075"/>
              <a:chExt cx="710200" cy="944525"/>
            </a:xfrm>
          </p:grpSpPr>
          <p:sp>
            <p:nvSpPr>
              <p:cNvPr id="9519" name="Google Shape;9519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0" name="Google Shape;9520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1" name="Google Shape;9521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2" name="Google Shape;9522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3" name="Google Shape;9523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4" name="Google Shape;9524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5" name="Google Shape;9525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6" name="Google Shape;9526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7" name="Google Shape;9527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8" name="Google Shape;9528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9" name="Google Shape;9529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0" name="Google Shape;9530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1" name="Google Shape;9531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2" name="Google Shape;9532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3" name="Google Shape;9533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4" name="Google Shape;9534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5" name="Google Shape;9535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6" name="Google Shape;9536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7" name="Google Shape;9537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8" name="Google Shape;9538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9" name="Google Shape;9539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0" name="Google Shape;9540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1" name="Google Shape;9541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2" name="Google Shape;9542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3" name="Google Shape;9543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4" name="Google Shape;9544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5" name="Google Shape;9545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6" name="Google Shape;9546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7" name="Google Shape;9547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8" name="Google Shape;9548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9" name="Google Shape;9549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0" name="Google Shape;9550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1" name="Google Shape;9551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52" name="Google Shape;9552;p32"/>
            <p:cNvGrpSpPr/>
            <p:nvPr/>
          </p:nvGrpSpPr>
          <p:grpSpPr>
            <a:xfrm rot="-472132">
              <a:off x="-4862077" y="1710012"/>
              <a:ext cx="973691" cy="1294953"/>
              <a:chOff x="3896350" y="307075"/>
              <a:chExt cx="710200" cy="944525"/>
            </a:xfrm>
          </p:grpSpPr>
          <p:sp>
            <p:nvSpPr>
              <p:cNvPr id="9553" name="Google Shape;9553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4" name="Google Shape;9554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5" name="Google Shape;9555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6" name="Google Shape;9556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7" name="Google Shape;9557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8" name="Google Shape;9558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9" name="Google Shape;9559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0" name="Google Shape;9560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1" name="Google Shape;9561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2" name="Google Shape;9562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3" name="Google Shape;9563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4" name="Google Shape;9564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5" name="Google Shape;9565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6" name="Google Shape;9566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7" name="Google Shape;9567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8" name="Google Shape;9568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9" name="Google Shape;9569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0" name="Google Shape;9570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1" name="Google Shape;9571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2" name="Google Shape;9572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3" name="Google Shape;9573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4" name="Google Shape;9574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5" name="Google Shape;9575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6" name="Google Shape;9576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7" name="Google Shape;9577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8" name="Google Shape;9578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9" name="Google Shape;9579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0" name="Google Shape;9580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1" name="Google Shape;9581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2" name="Google Shape;9582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3" name="Google Shape;9583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4" name="Google Shape;9584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5" name="Google Shape;9585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86" name="Google Shape;9586;p32"/>
            <p:cNvGrpSpPr/>
            <p:nvPr/>
          </p:nvGrpSpPr>
          <p:grpSpPr>
            <a:xfrm rot="732989">
              <a:off x="-4310554" y="2689184"/>
              <a:ext cx="973645" cy="1294892"/>
              <a:chOff x="3896350" y="307075"/>
              <a:chExt cx="710200" cy="944525"/>
            </a:xfrm>
          </p:grpSpPr>
          <p:sp>
            <p:nvSpPr>
              <p:cNvPr id="9587" name="Google Shape;9587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8" name="Google Shape;9588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9" name="Google Shape;9589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0" name="Google Shape;9590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1" name="Google Shape;9591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2" name="Google Shape;9592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3" name="Google Shape;9593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4" name="Google Shape;9594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5" name="Google Shape;9595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6" name="Google Shape;9596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7" name="Google Shape;9597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8" name="Google Shape;9598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9" name="Google Shape;9599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0" name="Google Shape;9600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1" name="Google Shape;9601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2" name="Google Shape;9602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3" name="Google Shape;9603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4" name="Google Shape;9604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5" name="Google Shape;9605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6" name="Google Shape;9606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7" name="Google Shape;9607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8" name="Google Shape;9608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9" name="Google Shape;9609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0" name="Google Shape;9610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1" name="Google Shape;9611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2" name="Google Shape;9612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3" name="Google Shape;9613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4" name="Google Shape;9614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5" name="Google Shape;9615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6" name="Google Shape;9616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7" name="Google Shape;9617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8" name="Google Shape;9618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9" name="Google Shape;9619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20" name="Google Shape;9620;p32"/>
            <p:cNvGrpSpPr/>
            <p:nvPr/>
          </p:nvGrpSpPr>
          <p:grpSpPr>
            <a:xfrm rot="-758609">
              <a:off x="-5152867" y="2911272"/>
              <a:ext cx="973717" cy="1294988"/>
              <a:chOff x="3896350" y="307075"/>
              <a:chExt cx="710200" cy="944525"/>
            </a:xfrm>
          </p:grpSpPr>
          <p:sp>
            <p:nvSpPr>
              <p:cNvPr id="9621" name="Google Shape;9621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2" name="Google Shape;9622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3" name="Google Shape;9623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4" name="Google Shape;9624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5" name="Google Shape;9625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6" name="Google Shape;9626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7" name="Google Shape;9627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8" name="Google Shape;9628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9" name="Google Shape;9629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0" name="Google Shape;9630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1" name="Google Shape;9631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2" name="Google Shape;9632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3" name="Google Shape;9633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4" name="Google Shape;9634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5" name="Google Shape;9635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6" name="Google Shape;9636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7" name="Google Shape;9637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8" name="Google Shape;9638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9" name="Google Shape;9639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0" name="Google Shape;9640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1" name="Google Shape;9641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2" name="Google Shape;9642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3" name="Google Shape;9643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4" name="Google Shape;9644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5" name="Google Shape;9645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6" name="Google Shape;9646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7" name="Google Shape;9647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8" name="Google Shape;9648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9" name="Google Shape;9649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0" name="Google Shape;9650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1" name="Google Shape;9651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2" name="Google Shape;9652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3" name="Google Shape;9653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54" name="Google Shape;9654;p32"/>
            <p:cNvGrpSpPr/>
            <p:nvPr/>
          </p:nvGrpSpPr>
          <p:grpSpPr>
            <a:xfrm rot="-472132">
              <a:off x="-4534377" y="3733487"/>
              <a:ext cx="973691" cy="1294953"/>
              <a:chOff x="3896350" y="307075"/>
              <a:chExt cx="710200" cy="944525"/>
            </a:xfrm>
          </p:grpSpPr>
          <p:sp>
            <p:nvSpPr>
              <p:cNvPr id="9655" name="Google Shape;9655;p32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6" name="Google Shape;9656;p32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7" name="Google Shape;9657;p32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8" name="Google Shape;9658;p32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9" name="Google Shape;9659;p32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0" name="Google Shape;9660;p32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1" name="Google Shape;9661;p32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2" name="Google Shape;9662;p32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3" name="Google Shape;9663;p32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4" name="Google Shape;9664;p32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5" name="Google Shape;9665;p32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6" name="Google Shape;9666;p32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7" name="Google Shape;9667;p32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8" name="Google Shape;9668;p32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9" name="Google Shape;9669;p32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0" name="Google Shape;9670;p32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1" name="Google Shape;9671;p32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2" name="Google Shape;9672;p32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3" name="Google Shape;9673;p32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4" name="Google Shape;9674;p32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5" name="Google Shape;9675;p32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6" name="Google Shape;9676;p32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7" name="Google Shape;9677;p32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8" name="Google Shape;9678;p32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9" name="Google Shape;9679;p32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0" name="Google Shape;9680;p32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1" name="Google Shape;9681;p32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2" name="Google Shape;9682;p32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3" name="Google Shape;9683;p32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4" name="Google Shape;9684;p32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5" name="Google Shape;9685;p32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6" name="Google Shape;9686;p32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7" name="Google Shape;9687;p32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8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24" name="Google Shape;8324;p30"/>
          <p:cNvGrpSpPr/>
          <p:nvPr/>
        </p:nvGrpSpPr>
        <p:grpSpPr>
          <a:xfrm>
            <a:off x="-5" y="-771"/>
            <a:ext cx="9144010" cy="5145042"/>
            <a:chOff x="1582450" y="1413850"/>
            <a:chExt cx="3301325" cy="1857550"/>
          </a:xfrm>
        </p:grpSpPr>
        <p:sp>
          <p:nvSpPr>
            <p:cNvPr id="8325" name="Google Shape;8325;p30"/>
            <p:cNvSpPr/>
            <p:nvPr/>
          </p:nvSpPr>
          <p:spPr>
            <a:xfrm>
              <a:off x="1582450" y="1413850"/>
              <a:ext cx="35425" cy="42675"/>
            </a:xfrm>
            <a:custGeom>
              <a:avLst/>
              <a:gdLst/>
              <a:ahLst/>
              <a:cxnLst/>
              <a:rect l="l" t="t" r="r" b="b"/>
              <a:pathLst>
                <a:path w="1417" h="1707" extrusionOk="0">
                  <a:moveTo>
                    <a:pt x="726" y="1"/>
                  </a:moveTo>
                  <a:lnTo>
                    <a:pt x="1" y="882"/>
                  </a:lnTo>
                  <a:lnTo>
                    <a:pt x="1" y="1706"/>
                  </a:lnTo>
                  <a:lnTo>
                    <a:pt x="14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30"/>
            <p:cNvSpPr/>
            <p:nvPr/>
          </p:nvSpPr>
          <p:spPr>
            <a:xfrm>
              <a:off x="1582450" y="1413850"/>
              <a:ext cx="83900" cy="101750"/>
            </a:xfrm>
            <a:custGeom>
              <a:avLst/>
              <a:gdLst/>
              <a:ahLst/>
              <a:cxnLst/>
              <a:rect l="l" t="t" r="r" b="b"/>
              <a:pathLst>
                <a:path w="3356" h="4070" extrusionOk="0">
                  <a:moveTo>
                    <a:pt x="2676" y="1"/>
                  </a:moveTo>
                  <a:lnTo>
                    <a:pt x="1" y="3233"/>
                  </a:lnTo>
                  <a:lnTo>
                    <a:pt x="1" y="4069"/>
                  </a:lnTo>
                  <a:lnTo>
                    <a:pt x="335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30"/>
            <p:cNvSpPr/>
            <p:nvPr/>
          </p:nvSpPr>
          <p:spPr>
            <a:xfrm>
              <a:off x="1582450" y="1413850"/>
              <a:ext cx="132650" cy="160525"/>
            </a:xfrm>
            <a:custGeom>
              <a:avLst/>
              <a:gdLst/>
              <a:ahLst/>
              <a:cxnLst/>
              <a:rect l="l" t="t" r="r" b="b"/>
              <a:pathLst>
                <a:path w="5306" h="6421" extrusionOk="0">
                  <a:moveTo>
                    <a:pt x="4615" y="1"/>
                  </a:moveTo>
                  <a:lnTo>
                    <a:pt x="1" y="5585"/>
                  </a:lnTo>
                  <a:lnTo>
                    <a:pt x="1" y="6420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30"/>
            <p:cNvSpPr/>
            <p:nvPr/>
          </p:nvSpPr>
          <p:spPr>
            <a:xfrm>
              <a:off x="1582450" y="1413850"/>
              <a:ext cx="181125" cy="219325"/>
            </a:xfrm>
            <a:custGeom>
              <a:avLst/>
              <a:gdLst/>
              <a:ahLst/>
              <a:cxnLst/>
              <a:rect l="l" t="t" r="r" b="b"/>
              <a:pathLst>
                <a:path w="7245" h="8773" extrusionOk="0">
                  <a:moveTo>
                    <a:pt x="6554" y="1"/>
                  </a:moveTo>
                  <a:lnTo>
                    <a:pt x="1" y="7947"/>
                  </a:lnTo>
                  <a:lnTo>
                    <a:pt x="1" y="8772"/>
                  </a:lnTo>
                  <a:lnTo>
                    <a:pt x="724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30"/>
            <p:cNvSpPr/>
            <p:nvPr/>
          </p:nvSpPr>
          <p:spPr>
            <a:xfrm>
              <a:off x="1582450" y="1413850"/>
              <a:ext cx="229600" cy="278100"/>
            </a:xfrm>
            <a:custGeom>
              <a:avLst/>
              <a:gdLst/>
              <a:ahLst/>
              <a:cxnLst/>
              <a:rect l="l" t="t" r="r" b="b"/>
              <a:pathLst>
                <a:path w="9184" h="11124" extrusionOk="0">
                  <a:moveTo>
                    <a:pt x="8505" y="1"/>
                  </a:moveTo>
                  <a:lnTo>
                    <a:pt x="1" y="10298"/>
                  </a:lnTo>
                  <a:lnTo>
                    <a:pt x="1" y="11123"/>
                  </a:lnTo>
                  <a:lnTo>
                    <a:pt x="918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30"/>
            <p:cNvSpPr/>
            <p:nvPr/>
          </p:nvSpPr>
          <p:spPr>
            <a:xfrm>
              <a:off x="1582450" y="1413850"/>
              <a:ext cx="278375" cy="336900"/>
            </a:xfrm>
            <a:custGeom>
              <a:avLst/>
              <a:gdLst/>
              <a:ahLst/>
              <a:cxnLst/>
              <a:rect l="l" t="t" r="r" b="b"/>
              <a:pathLst>
                <a:path w="11135" h="13476" extrusionOk="0">
                  <a:moveTo>
                    <a:pt x="10444" y="1"/>
                  </a:moveTo>
                  <a:lnTo>
                    <a:pt x="1" y="12650"/>
                  </a:lnTo>
                  <a:lnTo>
                    <a:pt x="1" y="13475"/>
                  </a:lnTo>
                  <a:lnTo>
                    <a:pt x="111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30"/>
            <p:cNvSpPr/>
            <p:nvPr/>
          </p:nvSpPr>
          <p:spPr>
            <a:xfrm>
              <a:off x="1582450" y="1413850"/>
              <a:ext cx="326850" cy="395675"/>
            </a:xfrm>
            <a:custGeom>
              <a:avLst/>
              <a:gdLst/>
              <a:ahLst/>
              <a:cxnLst/>
              <a:rect l="l" t="t" r="r" b="b"/>
              <a:pathLst>
                <a:path w="13074" h="15827" extrusionOk="0">
                  <a:moveTo>
                    <a:pt x="12394" y="1"/>
                  </a:moveTo>
                  <a:lnTo>
                    <a:pt x="1" y="15001"/>
                  </a:lnTo>
                  <a:lnTo>
                    <a:pt x="1" y="15826"/>
                  </a:lnTo>
                  <a:lnTo>
                    <a:pt x="1307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30"/>
            <p:cNvSpPr/>
            <p:nvPr/>
          </p:nvSpPr>
          <p:spPr>
            <a:xfrm>
              <a:off x="1582450" y="1413850"/>
              <a:ext cx="375600" cy="454725"/>
            </a:xfrm>
            <a:custGeom>
              <a:avLst/>
              <a:gdLst/>
              <a:ahLst/>
              <a:cxnLst/>
              <a:rect l="l" t="t" r="r" b="b"/>
              <a:pathLst>
                <a:path w="15024" h="18189" extrusionOk="0">
                  <a:moveTo>
                    <a:pt x="14333" y="1"/>
                  </a:moveTo>
                  <a:lnTo>
                    <a:pt x="1" y="17353"/>
                  </a:lnTo>
                  <a:lnTo>
                    <a:pt x="1" y="18189"/>
                  </a:lnTo>
                  <a:lnTo>
                    <a:pt x="1502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30"/>
            <p:cNvSpPr/>
            <p:nvPr/>
          </p:nvSpPr>
          <p:spPr>
            <a:xfrm>
              <a:off x="1582450" y="1413850"/>
              <a:ext cx="424075" cy="513525"/>
            </a:xfrm>
            <a:custGeom>
              <a:avLst/>
              <a:gdLst/>
              <a:ahLst/>
              <a:cxnLst/>
              <a:rect l="l" t="t" r="r" b="b"/>
              <a:pathLst>
                <a:path w="16963" h="20541" extrusionOk="0">
                  <a:moveTo>
                    <a:pt x="16283" y="1"/>
                  </a:moveTo>
                  <a:lnTo>
                    <a:pt x="1" y="19704"/>
                  </a:lnTo>
                  <a:lnTo>
                    <a:pt x="1" y="20541"/>
                  </a:lnTo>
                  <a:lnTo>
                    <a:pt x="1696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30"/>
            <p:cNvSpPr/>
            <p:nvPr/>
          </p:nvSpPr>
          <p:spPr>
            <a:xfrm>
              <a:off x="1582450" y="1413850"/>
              <a:ext cx="472550" cy="572300"/>
            </a:xfrm>
            <a:custGeom>
              <a:avLst/>
              <a:gdLst/>
              <a:ahLst/>
              <a:cxnLst/>
              <a:rect l="l" t="t" r="r" b="b"/>
              <a:pathLst>
                <a:path w="18902" h="22892" extrusionOk="0">
                  <a:moveTo>
                    <a:pt x="18223" y="1"/>
                  </a:moveTo>
                  <a:lnTo>
                    <a:pt x="1" y="22067"/>
                  </a:lnTo>
                  <a:lnTo>
                    <a:pt x="1" y="22892"/>
                  </a:lnTo>
                  <a:lnTo>
                    <a:pt x="1890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30"/>
            <p:cNvSpPr/>
            <p:nvPr/>
          </p:nvSpPr>
          <p:spPr>
            <a:xfrm>
              <a:off x="1582450" y="1413850"/>
              <a:ext cx="521325" cy="631100"/>
            </a:xfrm>
            <a:custGeom>
              <a:avLst/>
              <a:gdLst/>
              <a:ahLst/>
              <a:cxnLst/>
              <a:rect l="l" t="t" r="r" b="b"/>
              <a:pathLst>
                <a:path w="20853" h="25244" extrusionOk="0">
                  <a:moveTo>
                    <a:pt x="20162" y="1"/>
                  </a:moveTo>
                  <a:lnTo>
                    <a:pt x="1" y="24419"/>
                  </a:lnTo>
                  <a:lnTo>
                    <a:pt x="1" y="25244"/>
                  </a:lnTo>
                  <a:lnTo>
                    <a:pt x="208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30"/>
            <p:cNvSpPr/>
            <p:nvPr/>
          </p:nvSpPr>
          <p:spPr>
            <a:xfrm>
              <a:off x="1582450" y="1413850"/>
              <a:ext cx="569800" cy="689875"/>
            </a:xfrm>
            <a:custGeom>
              <a:avLst/>
              <a:gdLst/>
              <a:ahLst/>
              <a:cxnLst/>
              <a:rect l="l" t="t" r="r" b="b"/>
              <a:pathLst>
                <a:path w="22792" h="27595" extrusionOk="0">
                  <a:moveTo>
                    <a:pt x="22112" y="1"/>
                  </a:moveTo>
                  <a:lnTo>
                    <a:pt x="1" y="26770"/>
                  </a:lnTo>
                  <a:lnTo>
                    <a:pt x="1" y="27595"/>
                  </a:lnTo>
                  <a:lnTo>
                    <a:pt x="2279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30"/>
            <p:cNvSpPr/>
            <p:nvPr/>
          </p:nvSpPr>
          <p:spPr>
            <a:xfrm>
              <a:off x="1582450" y="1413850"/>
              <a:ext cx="618550" cy="748675"/>
            </a:xfrm>
            <a:custGeom>
              <a:avLst/>
              <a:gdLst/>
              <a:ahLst/>
              <a:cxnLst/>
              <a:rect l="l" t="t" r="r" b="b"/>
              <a:pathLst>
                <a:path w="24742" h="29947" extrusionOk="0">
                  <a:moveTo>
                    <a:pt x="24051" y="1"/>
                  </a:moveTo>
                  <a:lnTo>
                    <a:pt x="1" y="29122"/>
                  </a:lnTo>
                  <a:lnTo>
                    <a:pt x="1" y="29947"/>
                  </a:lnTo>
                  <a:lnTo>
                    <a:pt x="247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30"/>
            <p:cNvSpPr/>
            <p:nvPr/>
          </p:nvSpPr>
          <p:spPr>
            <a:xfrm>
              <a:off x="1582450" y="1413850"/>
              <a:ext cx="667025" cy="807750"/>
            </a:xfrm>
            <a:custGeom>
              <a:avLst/>
              <a:gdLst/>
              <a:ahLst/>
              <a:cxnLst/>
              <a:rect l="l" t="t" r="r" b="b"/>
              <a:pathLst>
                <a:path w="26681" h="32310" extrusionOk="0">
                  <a:moveTo>
                    <a:pt x="26001" y="1"/>
                  </a:moveTo>
                  <a:lnTo>
                    <a:pt x="1" y="31473"/>
                  </a:lnTo>
                  <a:lnTo>
                    <a:pt x="1" y="32309"/>
                  </a:lnTo>
                  <a:lnTo>
                    <a:pt x="2668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30"/>
            <p:cNvSpPr/>
            <p:nvPr/>
          </p:nvSpPr>
          <p:spPr>
            <a:xfrm>
              <a:off x="1582450" y="1413850"/>
              <a:ext cx="715500" cy="866525"/>
            </a:xfrm>
            <a:custGeom>
              <a:avLst/>
              <a:gdLst/>
              <a:ahLst/>
              <a:cxnLst/>
              <a:rect l="l" t="t" r="r" b="b"/>
              <a:pathLst>
                <a:path w="28620" h="34661" extrusionOk="0">
                  <a:moveTo>
                    <a:pt x="27941" y="1"/>
                  </a:moveTo>
                  <a:lnTo>
                    <a:pt x="1" y="33825"/>
                  </a:lnTo>
                  <a:lnTo>
                    <a:pt x="1" y="34660"/>
                  </a:lnTo>
                  <a:lnTo>
                    <a:pt x="2862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30"/>
            <p:cNvSpPr/>
            <p:nvPr/>
          </p:nvSpPr>
          <p:spPr>
            <a:xfrm>
              <a:off x="1582450" y="1413850"/>
              <a:ext cx="764275" cy="925325"/>
            </a:xfrm>
            <a:custGeom>
              <a:avLst/>
              <a:gdLst/>
              <a:ahLst/>
              <a:cxnLst/>
              <a:rect l="l" t="t" r="r" b="b"/>
              <a:pathLst>
                <a:path w="30571" h="37013" extrusionOk="0">
                  <a:moveTo>
                    <a:pt x="29880" y="1"/>
                  </a:moveTo>
                  <a:lnTo>
                    <a:pt x="1" y="36188"/>
                  </a:lnTo>
                  <a:lnTo>
                    <a:pt x="1" y="37012"/>
                  </a:lnTo>
                  <a:lnTo>
                    <a:pt x="30571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30"/>
            <p:cNvSpPr/>
            <p:nvPr/>
          </p:nvSpPr>
          <p:spPr>
            <a:xfrm>
              <a:off x="1582450" y="1413850"/>
              <a:ext cx="812750" cy="984100"/>
            </a:xfrm>
            <a:custGeom>
              <a:avLst/>
              <a:gdLst/>
              <a:ahLst/>
              <a:cxnLst/>
              <a:rect l="l" t="t" r="r" b="b"/>
              <a:pathLst>
                <a:path w="32510" h="39364" extrusionOk="0">
                  <a:moveTo>
                    <a:pt x="31830" y="1"/>
                  </a:moveTo>
                  <a:lnTo>
                    <a:pt x="1" y="38539"/>
                  </a:lnTo>
                  <a:lnTo>
                    <a:pt x="1" y="39363"/>
                  </a:lnTo>
                  <a:lnTo>
                    <a:pt x="3251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30"/>
            <p:cNvSpPr/>
            <p:nvPr/>
          </p:nvSpPr>
          <p:spPr>
            <a:xfrm>
              <a:off x="1582450" y="1413850"/>
              <a:ext cx="861500" cy="1042900"/>
            </a:xfrm>
            <a:custGeom>
              <a:avLst/>
              <a:gdLst/>
              <a:ahLst/>
              <a:cxnLst/>
              <a:rect l="l" t="t" r="r" b="b"/>
              <a:pathLst>
                <a:path w="34460" h="41716" extrusionOk="0">
                  <a:moveTo>
                    <a:pt x="33769" y="1"/>
                  </a:moveTo>
                  <a:lnTo>
                    <a:pt x="1" y="40891"/>
                  </a:lnTo>
                  <a:lnTo>
                    <a:pt x="1" y="41715"/>
                  </a:lnTo>
                  <a:lnTo>
                    <a:pt x="34460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30"/>
            <p:cNvSpPr/>
            <p:nvPr/>
          </p:nvSpPr>
          <p:spPr>
            <a:xfrm>
              <a:off x="1582450" y="1413850"/>
              <a:ext cx="909975" cy="1101675"/>
            </a:xfrm>
            <a:custGeom>
              <a:avLst/>
              <a:gdLst/>
              <a:ahLst/>
              <a:cxnLst/>
              <a:rect l="l" t="t" r="r" b="b"/>
              <a:pathLst>
                <a:path w="36399" h="44067" extrusionOk="0">
                  <a:moveTo>
                    <a:pt x="35719" y="1"/>
                  </a:moveTo>
                  <a:lnTo>
                    <a:pt x="1" y="43242"/>
                  </a:lnTo>
                  <a:lnTo>
                    <a:pt x="1" y="44066"/>
                  </a:lnTo>
                  <a:lnTo>
                    <a:pt x="3639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30"/>
            <p:cNvSpPr/>
            <p:nvPr/>
          </p:nvSpPr>
          <p:spPr>
            <a:xfrm>
              <a:off x="1582450" y="1413850"/>
              <a:ext cx="958750" cy="1160725"/>
            </a:xfrm>
            <a:custGeom>
              <a:avLst/>
              <a:gdLst/>
              <a:ahLst/>
              <a:cxnLst/>
              <a:rect l="l" t="t" r="r" b="b"/>
              <a:pathLst>
                <a:path w="38350" h="46429" extrusionOk="0">
                  <a:moveTo>
                    <a:pt x="37659" y="1"/>
                  </a:moveTo>
                  <a:lnTo>
                    <a:pt x="1" y="45594"/>
                  </a:lnTo>
                  <a:lnTo>
                    <a:pt x="1" y="46429"/>
                  </a:lnTo>
                  <a:lnTo>
                    <a:pt x="3834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30"/>
            <p:cNvSpPr/>
            <p:nvPr/>
          </p:nvSpPr>
          <p:spPr>
            <a:xfrm>
              <a:off x="1582450" y="1413850"/>
              <a:ext cx="1007225" cy="1219525"/>
            </a:xfrm>
            <a:custGeom>
              <a:avLst/>
              <a:gdLst/>
              <a:ahLst/>
              <a:cxnLst/>
              <a:rect l="l" t="t" r="r" b="b"/>
              <a:pathLst>
                <a:path w="40289" h="48781" extrusionOk="0">
                  <a:moveTo>
                    <a:pt x="39598" y="1"/>
                  </a:moveTo>
                  <a:lnTo>
                    <a:pt x="1" y="47945"/>
                  </a:lnTo>
                  <a:lnTo>
                    <a:pt x="1" y="48781"/>
                  </a:lnTo>
                  <a:lnTo>
                    <a:pt x="4028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30"/>
            <p:cNvSpPr/>
            <p:nvPr/>
          </p:nvSpPr>
          <p:spPr>
            <a:xfrm>
              <a:off x="1582450" y="1413850"/>
              <a:ext cx="1055700" cy="1278300"/>
            </a:xfrm>
            <a:custGeom>
              <a:avLst/>
              <a:gdLst/>
              <a:ahLst/>
              <a:cxnLst/>
              <a:rect l="l" t="t" r="r" b="b"/>
              <a:pathLst>
                <a:path w="42228" h="51132" extrusionOk="0">
                  <a:moveTo>
                    <a:pt x="41548" y="1"/>
                  </a:moveTo>
                  <a:lnTo>
                    <a:pt x="1" y="50297"/>
                  </a:lnTo>
                  <a:lnTo>
                    <a:pt x="1" y="51132"/>
                  </a:lnTo>
                  <a:lnTo>
                    <a:pt x="4222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30"/>
            <p:cNvSpPr/>
            <p:nvPr/>
          </p:nvSpPr>
          <p:spPr>
            <a:xfrm>
              <a:off x="1582450" y="1413850"/>
              <a:ext cx="1104450" cy="1337100"/>
            </a:xfrm>
            <a:custGeom>
              <a:avLst/>
              <a:gdLst/>
              <a:ahLst/>
              <a:cxnLst/>
              <a:rect l="l" t="t" r="r" b="b"/>
              <a:pathLst>
                <a:path w="44178" h="53484" extrusionOk="0">
                  <a:moveTo>
                    <a:pt x="43487" y="1"/>
                  </a:moveTo>
                  <a:lnTo>
                    <a:pt x="1" y="52659"/>
                  </a:lnTo>
                  <a:lnTo>
                    <a:pt x="1" y="53484"/>
                  </a:lnTo>
                  <a:lnTo>
                    <a:pt x="4417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30"/>
            <p:cNvSpPr/>
            <p:nvPr/>
          </p:nvSpPr>
          <p:spPr>
            <a:xfrm>
              <a:off x="1582450" y="1413850"/>
              <a:ext cx="1152925" cy="1395875"/>
            </a:xfrm>
            <a:custGeom>
              <a:avLst/>
              <a:gdLst/>
              <a:ahLst/>
              <a:cxnLst/>
              <a:rect l="l" t="t" r="r" b="b"/>
              <a:pathLst>
                <a:path w="46117" h="55835" extrusionOk="0">
                  <a:moveTo>
                    <a:pt x="45437" y="1"/>
                  </a:moveTo>
                  <a:lnTo>
                    <a:pt x="1" y="55010"/>
                  </a:lnTo>
                  <a:lnTo>
                    <a:pt x="1" y="55835"/>
                  </a:lnTo>
                  <a:lnTo>
                    <a:pt x="4611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30"/>
            <p:cNvSpPr/>
            <p:nvPr/>
          </p:nvSpPr>
          <p:spPr>
            <a:xfrm>
              <a:off x="1582450" y="1413850"/>
              <a:ext cx="1201700" cy="1454675"/>
            </a:xfrm>
            <a:custGeom>
              <a:avLst/>
              <a:gdLst/>
              <a:ahLst/>
              <a:cxnLst/>
              <a:rect l="l" t="t" r="r" b="b"/>
              <a:pathLst>
                <a:path w="48068" h="58187" extrusionOk="0">
                  <a:moveTo>
                    <a:pt x="47377" y="1"/>
                  </a:moveTo>
                  <a:lnTo>
                    <a:pt x="1" y="57362"/>
                  </a:lnTo>
                  <a:lnTo>
                    <a:pt x="1" y="58187"/>
                  </a:lnTo>
                  <a:lnTo>
                    <a:pt x="4806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30"/>
            <p:cNvSpPr/>
            <p:nvPr/>
          </p:nvSpPr>
          <p:spPr>
            <a:xfrm>
              <a:off x="1582450" y="1413850"/>
              <a:ext cx="1250175" cy="1513750"/>
            </a:xfrm>
            <a:custGeom>
              <a:avLst/>
              <a:gdLst/>
              <a:ahLst/>
              <a:cxnLst/>
              <a:rect l="l" t="t" r="r" b="b"/>
              <a:pathLst>
                <a:path w="50007" h="60550" extrusionOk="0">
                  <a:moveTo>
                    <a:pt x="49326" y="1"/>
                  </a:moveTo>
                  <a:lnTo>
                    <a:pt x="1" y="59713"/>
                  </a:lnTo>
                  <a:lnTo>
                    <a:pt x="1" y="60550"/>
                  </a:lnTo>
                  <a:lnTo>
                    <a:pt x="5000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30"/>
            <p:cNvSpPr/>
            <p:nvPr/>
          </p:nvSpPr>
          <p:spPr>
            <a:xfrm>
              <a:off x="1582450" y="1413850"/>
              <a:ext cx="1298650" cy="1572525"/>
            </a:xfrm>
            <a:custGeom>
              <a:avLst/>
              <a:gdLst/>
              <a:ahLst/>
              <a:cxnLst/>
              <a:rect l="l" t="t" r="r" b="b"/>
              <a:pathLst>
                <a:path w="51946" h="62901" extrusionOk="0">
                  <a:moveTo>
                    <a:pt x="51266" y="1"/>
                  </a:moveTo>
                  <a:lnTo>
                    <a:pt x="1" y="62065"/>
                  </a:lnTo>
                  <a:lnTo>
                    <a:pt x="1" y="62901"/>
                  </a:lnTo>
                  <a:lnTo>
                    <a:pt x="5194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30"/>
            <p:cNvSpPr/>
            <p:nvPr/>
          </p:nvSpPr>
          <p:spPr>
            <a:xfrm>
              <a:off x="1582450" y="1413850"/>
              <a:ext cx="1347400" cy="1631325"/>
            </a:xfrm>
            <a:custGeom>
              <a:avLst/>
              <a:gdLst/>
              <a:ahLst/>
              <a:cxnLst/>
              <a:rect l="l" t="t" r="r" b="b"/>
              <a:pathLst>
                <a:path w="53896" h="65253" extrusionOk="0">
                  <a:moveTo>
                    <a:pt x="53205" y="1"/>
                  </a:moveTo>
                  <a:lnTo>
                    <a:pt x="1" y="64416"/>
                  </a:lnTo>
                  <a:lnTo>
                    <a:pt x="1" y="65253"/>
                  </a:lnTo>
                  <a:lnTo>
                    <a:pt x="5389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30"/>
            <p:cNvSpPr/>
            <p:nvPr/>
          </p:nvSpPr>
          <p:spPr>
            <a:xfrm>
              <a:off x="1582450" y="1413850"/>
              <a:ext cx="1395875" cy="1690100"/>
            </a:xfrm>
            <a:custGeom>
              <a:avLst/>
              <a:gdLst/>
              <a:ahLst/>
              <a:cxnLst/>
              <a:rect l="l" t="t" r="r" b="b"/>
              <a:pathLst>
                <a:path w="55835" h="67604" extrusionOk="0">
                  <a:moveTo>
                    <a:pt x="55155" y="1"/>
                  </a:moveTo>
                  <a:lnTo>
                    <a:pt x="1" y="66779"/>
                  </a:lnTo>
                  <a:lnTo>
                    <a:pt x="1" y="67604"/>
                  </a:lnTo>
                  <a:lnTo>
                    <a:pt x="5583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30"/>
            <p:cNvSpPr/>
            <p:nvPr/>
          </p:nvSpPr>
          <p:spPr>
            <a:xfrm>
              <a:off x="1582450" y="1413850"/>
              <a:ext cx="1444650" cy="1748900"/>
            </a:xfrm>
            <a:custGeom>
              <a:avLst/>
              <a:gdLst/>
              <a:ahLst/>
              <a:cxnLst/>
              <a:rect l="l" t="t" r="r" b="b"/>
              <a:pathLst>
                <a:path w="57786" h="69956" extrusionOk="0">
                  <a:moveTo>
                    <a:pt x="57095" y="1"/>
                  </a:moveTo>
                  <a:lnTo>
                    <a:pt x="1" y="69131"/>
                  </a:lnTo>
                  <a:lnTo>
                    <a:pt x="1" y="69955"/>
                  </a:lnTo>
                  <a:lnTo>
                    <a:pt x="577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30"/>
            <p:cNvSpPr/>
            <p:nvPr/>
          </p:nvSpPr>
          <p:spPr>
            <a:xfrm>
              <a:off x="1582450" y="1413850"/>
              <a:ext cx="1493125" cy="1807675"/>
            </a:xfrm>
            <a:custGeom>
              <a:avLst/>
              <a:gdLst/>
              <a:ahLst/>
              <a:cxnLst/>
              <a:rect l="l" t="t" r="r" b="b"/>
              <a:pathLst>
                <a:path w="59725" h="72307" extrusionOk="0">
                  <a:moveTo>
                    <a:pt x="59044" y="1"/>
                  </a:moveTo>
                  <a:lnTo>
                    <a:pt x="1" y="71482"/>
                  </a:lnTo>
                  <a:lnTo>
                    <a:pt x="1" y="72307"/>
                  </a:lnTo>
                  <a:lnTo>
                    <a:pt x="597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30"/>
            <p:cNvSpPr/>
            <p:nvPr/>
          </p:nvSpPr>
          <p:spPr>
            <a:xfrm>
              <a:off x="1582450" y="1413850"/>
              <a:ext cx="1541600" cy="1857550"/>
            </a:xfrm>
            <a:custGeom>
              <a:avLst/>
              <a:gdLst/>
              <a:ahLst/>
              <a:cxnLst/>
              <a:rect l="l" t="t" r="r" b="b"/>
              <a:pathLst>
                <a:path w="61664" h="74302" extrusionOk="0">
                  <a:moveTo>
                    <a:pt x="60984" y="1"/>
                  </a:moveTo>
                  <a:lnTo>
                    <a:pt x="1" y="73834"/>
                  </a:lnTo>
                  <a:lnTo>
                    <a:pt x="1" y="74302"/>
                  </a:lnTo>
                  <a:lnTo>
                    <a:pt x="302" y="74302"/>
                  </a:lnTo>
                  <a:lnTo>
                    <a:pt x="616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30"/>
            <p:cNvSpPr/>
            <p:nvPr/>
          </p:nvSpPr>
          <p:spPr>
            <a:xfrm>
              <a:off x="16214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30"/>
            <p:cNvSpPr/>
            <p:nvPr/>
          </p:nvSpPr>
          <p:spPr>
            <a:xfrm>
              <a:off x="16702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30"/>
            <p:cNvSpPr/>
            <p:nvPr/>
          </p:nvSpPr>
          <p:spPr>
            <a:xfrm>
              <a:off x="17187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30"/>
            <p:cNvSpPr/>
            <p:nvPr/>
          </p:nvSpPr>
          <p:spPr>
            <a:xfrm>
              <a:off x="176720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30"/>
            <p:cNvSpPr/>
            <p:nvPr/>
          </p:nvSpPr>
          <p:spPr>
            <a:xfrm>
              <a:off x="1815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30"/>
            <p:cNvSpPr/>
            <p:nvPr/>
          </p:nvSpPr>
          <p:spPr>
            <a:xfrm>
              <a:off x="18644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30"/>
            <p:cNvSpPr/>
            <p:nvPr/>
          </p:nvSpPr>
          <p:spPr>
            <a:xfrm>
              <a:off x="19131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30"/>
            <p:cNvSpPr/>
            <p:nvPr/>
          </p:nvSpPr>
          <p:spPr>
            <a:xfrm>
              <a:off x="19616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30"/>
            <p:cNvSpPr/>
            <p:nvPr/>
          </p:nvSpPr>
          <p:spPr>
            <a:xfrm>
              <a:off x="2010150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30"/>
            <p:cNvSpPr/>
            <p:nvPr/>
          </p:nvSpPr>
          <p:spPr>
            <a:xfrm>
              <a:off x="20588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30"/>
            <p:cNvSpPr/>
            <p:nvPr/>
          </p:nvSpPr>
          <p:spPr>
            <a:xfrm>
              <a:off x="21073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62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30"/>
            <p:cNvSpPr/>
            <p:nvPr/>
          </p:nvSpPr>
          <p:spPr>
            <a:xfrm>
              <a:off x="215612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30"/>
            <p:cNvSpPr/>
            <p:nvPr/>
          </p:nvSpPr>
          <p:spPr>
            <a:xfrm>
              <a:off x="22046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30"/>
            <p:cNvSpPr/>
            <p:nvPr/>
          </p:nvSpPr>
          <p:spPr>
            <a:xfrm>
              <a:off x="22533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30"/>
            <p:cNvSpPr/>
            <p:nvPr/>
          </p:nvSpPr>
          <p:spPr>
            <a:xfrm>
              <a:off x="23018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30"/>
            <p:cNvSpPr/>
            <p:nvPr/>
          </p:nvSpPr>
          <p:spPr>
            <a:xfrm>
              <a:off x="23503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30"/>
            <p:cNvSpPr/>
            <p:nvPr/>
          </p:nvSpPr>
          <p:spPr>
            <a:xfrm>
              <a:off x="2399075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30"/>
            <p:cNvSpPr/>
            <p:nvPr/>
          </p:nvSpPr>
          <p:spPr>
            <a:xfrm>
              <a:off x="24475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30"/>
            <p:cNvSpPr/>
            <p:nvPr/>
          </p:nvSpPr>
          <p:spPr>
            <a:xfrm>
              <a:off x="24963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30"/>
            <p:cNvSpPr/>
            <p:nvPr/>
          </p:nvSpPr>
          <p:spPr>
            <a:xfrm>
              <a:off x="25447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30"/>
            <p:cNvSpPr/>
            <p:nvPr/>
          </p:nvSpPr>
          <p:spPr>
            <a:xfrm>
              <a:off x="259327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30"/>
            <p:cNvSpPr/>
            <p:nvPr/>
          </p:nvSpPr>
          <p:spPr>
            <a:xfrm>
              <a:off x="26420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30"/>
            <p:cNvSpPr/>
            <p:nvPr/>
          </p:nvSpPr>
          <p:spPr>
            <a:xfrm>
              <a:off x="26905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30"/>
            <p:cNvSpPr/>
            <p:nvPr/>
          </p:nvSpPr>
          <p:spPr>
            <a:xfrm>
              <a:off x="27392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30"/>
            <p:cNvSpPr/>
            <p:nvPr/>
          </p:nvSpPr>
          <p:spPr>
            <a:xfrm>
              <a:off x="27877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30"/>
            <p:cNvSpPr/>
            <p:nvPr/>
          </p:nvSpPr>
          <p:spPr>
            <a:xfrm>
              <a:off x="2836225" y="1413850"/>
              <a:ext cx="1551325" cy="1857550"/>
            </a:xfrm>
            <a:custGeom>
              <a:avLst/>
              <a:gdLst/>
              <a:ahLst/>
              <a:cxnLst/>
              <a:rect l="l" t="t" r="r" b="b"/>
              <a:pathLst>
                <a:path w="62053" h="74302" extrusionOk="0">
                  <a:moveTo>
                    <a:pt x="61373" y="1"/>
                  </a:moveTo>
                  <a:lnTo>
                    <a:pt x="0" y="74302"/>
                  </a:lnTo>
                  <a:lnTo>
                    <a:pt x="691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30"/>
            <p:cNvSpPr/>
            <p:nvPr/>
          </p:nvSpPr>
          <p:spPr>
            <a:xfrm>
              <a:off x="28849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30"/>
            <p:cNvSpPr/>
            <p:nvPr/>
          </p:nvSpPr>
          <p:spPr>
            <a:xfrm>
              <a:off x="293345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30"/>
            <p:cNvSpPr/>
            <p:nvPr/>
          </p:nvSpPr>
          <p:spPr>
            <a:xfrm>
              <a:off x="298220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30"/>
            <p:cNvSpPr/>
            <p:nvPr/>
          </p:nvSpPr>
          <p:spPr>
            <a:xfrm>
              <a:off x="303067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30"/>
            <p:cNvSpPr/>
            <p:nvPr/>
          </p:nvSpPr>
          <p:spPr>
            <a:xfrm>
              <a:off x="307945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30"/>
            <p:cNvSpPr/>
            <p:nvPr/>
          </p:nvSpPr>
          <p:spPr>
            <a:xfrm>
              <a:off x="31279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30"/>
            <p:cNvSpPr/>
            <p:nvPr/>
          </p:nvSpPr>
          <p:spPr>
            <a:xfrm>
              <a:off x="3176400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73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30"/>
            <p:cNvSpPr/>
            <p:nvPr/>
          </p:nvSpPr>
          <p:spPr>
            <a:xfrm>
              <a:off x="3225150" y="1413850"/>
              <a:ext cx="1551075" cy="1857550"/>
            </a:xfrm>
            <a:custGeom>
              <a:avLst/>
              <a:gdLst/>
              <a:ahLst/>
              <a:cxnLst/>
              <a:rect l="l" t="t" r="r" b="b"/>
              <a:pathLst>
                <a:path w="62043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1" y="74302"/>
                  </a:lnTo>
                  <a:lnTo>
                    <a:pt x="620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30"/>
            <p:cNvSpPr/>
            <p:nvPr/>
          </p:nvSpPr>
          <p:spPr>
            <a:xfrm>
              <a:off x="3273625" y="1413850"/>
              <a:ext cx="1551350" cy="1857550"/>
            </a:xfrm>
            <a:custGeom>
              <a:avLst/>
              <a:gdLst/>
              <a:ahLst/>
              <a:cxnLst/>
              <a:rect l="l" t="t" r="r" b="b"/>
              <a:pathLst>
                <a:path w="62054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92" y="74302"/>
                  </a:lnTo>
                  <a:lnTo>
                    <a:pt x="6205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30"/>
            <p:cNvSpPr/>
            <p:nvPr/>
          </p:nvSpPr>
          <p:spPr>
            <a:xfrm>
              <a:off x="3322400" y="1413850"/>
              <a:ext cx="1551050" cy="1857550"/>
            </a:xfrm>
            <a:custGeom>
              <a:avLst/>
              <a:gdLst/>
              <a:ahLst/>
              <a:cxnLst/>
              <a:rect l="l" t="t" r="r" b="b"/>
              <a:pathLst>
                <a:path w="62042" h="74302" extrusionOk="0">
                  <a:moveTo>
                    <a:pt x="61362" y="1"/>
                  </a:moveTo>
                  <a:lnTo>
                    <a:pt x="1" y="74302"/>
                  </a:lnTo>
                  <a:lnTo>
                    <a:pt x="680" y="74302"/>
                  </a:lnTo>
                  <a:lnTo>
                    <a:pt x="62042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30"/>
            <p:cNvSpPr/>
            <p:nvPr/>
          </p:nvSpPr>
          <p:spPr>
            <a:xfrm>
              <a:off x="3370875" y="1439500"/>
              <a:ext cx="1512900" cy="1831900"/>
            </a:xfrm>
            <a:custGeom>
              <a:avLst/>
              <a:gdLst/>
              <a:ahLst/>
              <a:cxnLst/>
              <a:rect l="l" t="t" r="r" b="b"/>
              <a:pathLst>
                <a:path w="60516" h="73276" extrusionOk="0">
                  <a:moveTo>
                    <a:pt x="60515" y="0"/>
                  </a:moveTo>
                  <a:lnTo>
                    <a:pt x="1" y="73276"/>
                  </a:lnTo>
                  <a:lnTo>
                    <a:pt x="692" y="73276"/>
                  </a:lnTo>
                  <a:lnTo>
                    <a:pt x="60515" y="825"/>
                  </a:lnTo>
                  <a:lnTo>
                    <a:pt x="60515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30"/>
            <p:cNvSpPr/>
            <p:nvPr/>
          </p:nvSpPr>
          <p:spPr>
            <a:xfrm>
              <a:off x="3419350" y="1498300"/>
              <a:ext cx="1464425" cy="1773100"/>
            </a:xfrm>
            <a:custGeom>
              <a:avLst/>
              <a:gdLst/>
              <a:ahLst/>
              <a:cxnLst/>
              <a:rect l="l" t="t" r="r" b="b"/>
              <a:pathLst>
                <a:path w="58577" h="70924" extrusionOk="0">
                  <a:moveTo>
                    <a:pt x="58576" y="0"/>
                  </a:moveTo>
                  <a:lnTo>
                    <a:pt x="1" y="70924"/>
                  </a:lnTo>
                  <a:lnTo>
                    <a:pt x="692" y="70924"/>
                  </a:lnTo>
                  <a:lnTo>
                    <a:pt x="58576" y="825"/>
                  </a:lnTo>
                  <a:lnTo>
                    <a:pt x="5857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30"/>
            <p:cNvSpPr/>
            <p:nvPr/>
          </p:nvSpPr>
          <p:spPr>
            <a:xfrm>
              <a:off x="3468100" y="1557075"/>
              <a:ext cx="1415675" cy="1714325"/>
            </a:xfrm>
            <a:custGeom>
              <a:avLst/>
              <a:gdLst/>
              <a:ahLst/>
              <a:cxnLst/>
              <a:rect l="l" t="t" r="r" b="b"/>
              <a:pathLst>
                <a:path w="56627" h="68573" extrusionOk="0">
                  <a:moveTo>
                    <a:pt x="56626" y="0"/>
                  </a:moveTo>
                  <a:lnTo>
                    <a:pt x="1" y="68573"/>
                  </a:lnTo>
                  <a:lnTo>
                    <a:pt x="681" y="68573"/>
                  </a:lnTo>
                  <a:lnTo>
                    <a:pt x="56626" y="836"/>
                  </a:lnTo>
                  <a:lnTo>
                    <a:pt x="5662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30"/>
            <p:cNvSpPr/>
            <p:nvPr/>
          </p:nvSpPr>
          <p:spPr>
            <a:xfrm>
              <a:off x="3516575" y="1615875"/>
              <a:ext cx="1367200" cy="1655525"/>
            </a:xfrm>
            <a:custGeom>
              <a:avLst/>
              <a:gdLst/>
              <a:ahLst/>
              <a:cxnLst/>
              <a:rect l="l" t="t" r="r" b="b"/>
              <a:pathLst>
                <a:path w="54688" h="66221" extrusionOk="0">
                  <a:moveTo>
                    <a:pt x="54687" y="0"/>
                  </a:moveTo>
                  <a:lnTo>
                    <a:pt x="1" y="66221"/>
                  </a:lnTo>
                  <a:lnTo>
                    <a:pt x="692" y="66221"/>
                  </a:lnTo>
                  <a:lnTo>
                    <a:pt x="54687" y="836"/>
                  </a:lnTo>
                  <a:lnTo>
                    <a:pt x="5468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30"/>
            <p:cNvSpPr/>
            <p:nvPr/>
          </p:nvSpPr>
          <p:spPr>
            <a:xfrm>
              <a:off x="3565350" y="1674650"/>
              <a:ext cx="1318425" cy="1596750"/>
            </a:xfrm>
            <a:custGeom>
              <a:avLst/>
              <a:gdLst/>
              <a:ahLst/>
              <a:cxnLst/>
              <a:rect l="l" t="t" r="r" b="b"/>
              <a:pathLst>
                <a:path w="52737" h="63870" extrusionOk="0">
                  <a:moveTo>
                    <a:pt x="52736" y="0"/>
                  </a:moveTo>
                  <a:lnTo>
                    <a:pt x="1" y="63870"/>
                  </a:lnTo>
                  <a:lnTo>
                    <a:pt x="680" y="63870"/>
                  </a:lnTo>
                  <a:lnTo>
                    <a:pt x="52736" y="836"/>
                  </a:lnTo>
                  <a:lnTo>
                    <a:pt x="5273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30"/>
            <p:cNvSpPr/>
            <p:nvPr/>
          </p:nvSpPr>
          <p:spPr>
            <a:xfrm>
              <a:off x="3613825" y="1733700"/>
              <a:ext cx="1269950" cy="1537700"/>
            </a:xfrm>
            <a:custGeom>
              <a:avLst/>
              <a:gdLst/>
              <a:ahLst/>
              <a:cxnLst/>
              <a:rect l="l" t="t" r="r" b="b"/>
              <a:pathLst>
                <a:path w="50798" h="61508" extrusionOk="0">
                  <a:moveTo>
                    <a:pt x="50797" y="1"/>
                  </a:moveTo>
                  <a:lnTo>
                    <a:pt x="1" y="61508"/>
                  </a:lnTo>
                  <a:lnTo>
                    <a:pt x="692" y="61508"/>
                  </a:lnTo>
                  <a:lnTo>
                    <a:pt x="50797" y="825"/>
                  </a:lnTo>
                  <a:lnTo>
                    <a:pt x="50797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30"/>
            <p:cNvSpPr/>
            <p:nvPr/>
          </p:nvSpPr>
          <p:spPr>
            <a:xfrm>
              <a:off x="3662300" y="1792500"/>
              <a:ext cx="1221475" cy="1478900"/>
            </a:xfrm>
            <a:custGeom>
              <a:avLst/>
              <a:gdLst/>
              <a:ahLst/>
              <a:cxnLst/>
              <a:rect l="l" t="t" r="r" b="b"/>
              <a:pathLst>
                <a:path w="48859" h="59156" extrusionOk="0">
                  <a:moveTo>
                    <a:pt x="48858" y="1"/>
                  </a:moveTo>
                  <a:lnTo>
                    <a:pt x="1" y="59156"/>
                  </a:lnTo>
                  <a:lnTo>
                    <a:pt x="692" y="59156"/>
                  </a:lnTo>
                  <a:lnTo>
                    <a:pt x="48858" y="825"/>
                  </a:lnTo>
                  <a:lnTo>
                    <a:pt x="4885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30"/>
            <p:cNvSpPr/>
            <p:nvPr/>
          </p:nvSpPr>
          <p:spPr>
            <a:xfrm>
              <a:off x="3711050" y="1851275"/>
              <a:ext cx="1172725" cy="1420125"/>
            </a:xfrm>
            <a:custGeom>
              <a:avLst/>
              <a:gdLst/>
              <a:ahLst/>
              <a:cxnLst/>
              <a:rect l="l" t="t" r="r" b="b"/>
              <a:pathLst>
                <a:path w="46909" h="56805" extrusionOk="0">
                  <a:moveTo>
                    <a:pt x="46908" y="1"/>
                  </a:moveTo>
                  <a:lnTo>
                    <a:pt x="1" y="56805"/>
                  </a:lnTo>
                  <a:lnTo>
                    <a:pt x="681" y="56805"/>
                  </a:lnTo>
                  <a:lnTo>
                    <a:pt x="46908" y="825"/>
                  </a:lnTo>
                  <a:lnTo>
                    <a:pt x="4690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30"/>
            <p:cNvSpPr/>
            <p:nvPr/>
          </p:nvSpPr>
          <p:spPr>
            <a:xfrm>
              <a:off x="3759525" y="1910075"/>
              <a:ext cx="1124250" cy="1361325"/>
            </a:xfrm>
            <a:custGeom>
              <a:avLst/>
              <a:gdLst/>
              <a:ahLst/>
              <a:cxnLst/>
              <a:rect l="l" t="t" r="r" b="b"/>
              <a:pathLst>
                <a:path w="44970" h="54453" extrusionOk="0">
                  <a:moveTo>
                    <a:pt x="44969" y="1"/>
                  </a:moveTo>
                  <a:lnTo>
                    <a:pt x="1" y="54453"/>
                  </a:lnTo>
                  <a:lnTo>
                    <a:pt x="692" y="54453"/>
                  </a:lnTo>
                  <a:lnTo>
                    <a:pt x="44969" y="836"/>
                  </a:lnTo>
                  <a:lnTo>
                    <a:pt x="4496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30"/>
            <p:cNvSpPr/>
            <p:nvPr/>
          </p:nvSpPr>
          <p:spPr>
            <a:xfrm>
              <a:off x="3808300" y="1968850"/>
              <a:ext cx="1075475" cy="1302550"/>
            </a:xfrm>
            <a:custGeom>
              <a:avLst/>
              <a:gdLst/>
              <a:ahLst/>
              <a:cxnLst/>
              <a:rect l="l" t="t" r="r" b="b"/>
              <a:pathLst>
                <a:path w="43019" h="52102" extrusionOk="0">
                  <a:moveTo>
                    <a:pt x="43018" y="1"/>
                  </a:moveTo>
                  <a:lnTo>
                    <a:pt x="1" y="52102"/>
                  </a:lnTo>
                  <a:lnTo>
                    <a:pt x="680" y="52102"/>
                  </a:lnTo>
                  <a:lnTo>
                    <a:pt x="43018" y="837"/>
                  </a:lnTo>
                  <a:lnTo>
                    <a:pt x="43018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30"/>
            <p:cNvSpPr/>
            <p:nvPr/>
          </p:nvSpPr>
          <p:spPr>
            <a:xfrm>
              <a:off x="3856775" y="2027650"/>
              <a:ext cx="1027000" cy="1243750"/>
            </a:xfrm>
            <a:custGeom>
              <a:avLst/>
              <a:gdLst/>
              <a:ahLst/>
              <a:cxnLst/>
              <a:rect l="l" t="t" r="r" b="b"/>
              <a:pathLst>
                <a:path w="41080" h="49750" extrusionOk="0">
                  <a:moveTo>
                    <a:pt x="41079" y="1"/>
                  </a:moveTo>
                  <a:lnTo>
                    <a:pt x="1" y="49750"/>
                  </a:lnTo>
                  <a:lnTo>
                    <a:pt x="692" y="49750"/>
                  </a:lnTo>
                  <a:lnTo>
                    <a:pt x="41079" y="836"/>
                  </a:lnTo>
                  <a:lnTo>
                    <a:pt x="41079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30"/>
            <p:cNvSpPr/>
            <p:nvPr/>
          </p:nvSpPr>
          <p:spPr>
            <a:xfrm>
              <a:off x="3905525" y="2086725"/>
              <a:ext cx="978250" cy="1184675"/>
            </a:xfrm>
            <a:custGeom>
              <a:avLst/>
              <a:gdLst/>
              <a:ahLst/>
              <a:cxnLst/>
              <a:rect l="l" t="t" r="r" b="b"/>
              <a:pathLst>
                <a:path w="39130" h="47387" extrusionOk="0">
                  <a:moveTo>
                    <a:pt x="39129" y="0"/>
                  </a:moveTo>
                  <a:lnTo>
                    <a:pt x="1" y="47387"/>
                  </a:lnTo>
                  <a:lnTo>
                    <a:pt x="681" y="47387"/>
                  </a:lnTo>
                  <a:lnTo>
                    <a:pt x="39129" y="825"/>
                  </a:lnTo>
                  <a:lnTo>
                    <a:pt x="39129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30"/>
            <p:cNvSpPr/>
            <p:nvPr/>
          </p:nvSpPr>
          <p:spPr>
            <a:xfrm>
              <a:off x="3954000" y="2145500"/>
              <a:ext cx="929775" cy="1125900"/>
            </a:xfrm>
            <a:custGeom>
              <a:avLst/>
              <a:gdLst/>
              <a:ahLst/>
              <a:cxnLst/>
              <a:rect l="l" t="t" r="r" b="b"/>
              <a:pathLst>
                <a:path w="37191" h="45036" extrusionOk="0">
                  <a:moveTo>
                    <a:pt x="37190" y="0"/>
                  </a:moveTo>
                  <a:lnTo>
                    <a:pt x="1" y="45036"/>
                  </a:lnTo>
                  <a:lnTo>
                    <a:pt x="681" y="45036"/>
                  </a:lnTo>
                  <a:lnTo>
                    <a:pt x="37190" y="825"/>
                  </a:lnTo>
                  <a:lnTo>
                    <a:pt x="3719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30"/>
            <p:cNvSpPr/>
            <p:nvPr/>
          </p:nvSpPr>
          <p:spPr>
            <a:xfrm>
              <a:off x="4002475" y="2204300"/>
              <a:ext cx="881300" cy="1067100"/>
            </a:xfrm>
            <a:custGeom>
              <a:avLst/>
              <a:gdLst/>
              <a:ahLst/>
              <a:cxnLst/>
              <a:rect l="l" t="t" r="r" b="b"/>
              <a:pathLst>
                <a:path w="35252" h="42684" extrusionOk="0">
                  <a:moveTo>
                    <a:pt x="35251" y="0"/>
                  </a:moveTo>
                  <a:lnTo>
                    <a:pt x="1" y="42684"/>
                  </a:lnTo>
                  <a:lnTo>
                    <a:pt x="692" y="42684"/>
                  </a:lnTo>
                  <a:lnTo>
                    <a:pt x="35251" y="825"/>
                  </a:lnTo>
                  <a:lnTo>
                    <a:pt x="3525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30"/>
            <p:cNvSpPr/>
            <p:nvPr/>
          </p:nvSpPr>
          <p:spPr>
            <a:xfrm>
              <a:off x="4051250" y="2263075"/>
              <a:ext cx="832525" cy="1008325"/>
            </a:xfrm>
            <a:custGeom>
              <a:avLst/>
              <a:gdLst/>
              <a:ahLst/>
              <a:cxnLst/>
              <a:rect l="l" t="t" r="r" b="b"/>
              <a:pathLst>
                <a:path w="33301" h="40333" extrusionOk="0">
                  <a:moveTo>
                    <a:pt x="33300" y="0"/>
                  </a:moveTo>
                  <a:lnTo>
                    <a:pt x="1" y="40333"/>
                  </a:lnTo>
                  <a:lnTo>
                    <a:pt x="680" y="40333"/>
                  </a:lnTo>
                  <a:lnTo>
                    <a:pt x="33300" y="837"/>
                  </a:lnTo>
                  <a:lnTo>
                    <a:pt x="33300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30"/>
            <p:cNvSpPr/>
            <p:nvPr/>
          </p:nvSpPr>
          <p:spPr>
            <a:xfrm>
              <a:off x="4099725" y="2321875"/>
              <a:ext cx="784050" cy="949525"/>
            </a:xfrm>
            <a:custGeom>
              <a:avLst/>
              <a:gdLst/>
              <a:ahLst/>
              <a:cxnLst/>
              <a:rect l="l" t="t" r="r" b="b"/>
              <a:pathLst>
                <a:path w="31362" h="37981" extrusionOk="0">
                  <a:moveTo>
                    <a:pt x="31361" y="0"/>
                  </a:moveTo>
                  <a:lnTo>
                    <a:pt x="1" y="37981"/>
                  </a:lnTo>
                  <a:lnTo>
                    <a:pt x="692" y="37981"/>
                  </a:lnTo>
                  <a:lnTo>
                    <a:pt x="31361" y="836"/>
                  </a:lnTo>
                  <a:lnTo>
                    <a:pt x="3136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30"/>
            <p:cNvSpPr/>
            <p:nvPr/>
          </p:nvSpPr>
          <p:spPr>
            <a:xfrm>
              <a:off x="4148475" y="2380650"/>
              <a:ext cx="735300" cy="890750"/>
            </a:xfrm>
            <a:custGeom>
              <a:avLst/>
              <a:gdLst/>
              <a:ahLst/>
              <a:cxnLst/>
              <a:rect l="l" t="t" r="r" b="b"/>
              <a:pathLst>
                <a:path w="29412" h="35630" extrusionOk="0">
                  <a:moveTo>
                    <a:pt x="29411" y="0"/>
                  </a:moveTo>
                  <a:lnTo>
                    <a:pt x="1" y="35630"/>
                  </a:lnTo>
                  <a:lnTo>
                    <a:pt x="681" y="35630"/>
                  </a:lnTo>
                  <a:lnTo>
                    <a:pt x="29411" y="837"/>
                  </a:lnTo>
                  <a:lnTo>
                    <a:pt x="29411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30"/>
            <p:cNvSpPr/>
            <p:nvPr/>
          </p:nvSpPr>
          <p:spPr>
            <a:xfrm>
              <a:off x="4196950" y="2439725"/>
              <a:ext cx="686825" cy="831675"/>
            </a:xfrm>
            <a:custGeom>
              <a:avLst/>
              <a:gdLst/>
              <a:ahLst/>
              <a:cxnLst/>
              <a:rect l="l" t="t" r="r" b="b"/>
              <a:pathLst>
                <a:path w="27473" h="33267" extrusionOk="0">
                  <a:moveTo>
                    <a:pt x="27472" y="0"/>
                  </a:moveTo>
                  <a:lnTo>
                    <a:pt x="1" y="33267"/>
                  </a:lnTo>
                  <a:lnTo>
                    <a:pt x="681" y="33267"/>
                  </a:lnTo>
                  <a:lnTo>
                    <a:pt x="27472" y="825"/>
                  </a:lnTo>
                  <a:lnTo>
                    <a:pt x="2747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30"/>
            <p:cNvSpPr/>
            <p:nvPr/>
          </p:nvSpPr>
          <p:spPr>
            <a:xfrm>
              <a:off x="4245425" y="2498500"/>
              <a:ext cx="638350" cy="772900"/>
            </a:xfrm>
            <a:custGeom>
              <a:avLst/>
              <a:gdLst/>
              <a:ahLst/>
              <a:cxnLst/>
              <a:rect l="l" t="t" r="r" b="b"/>
              <a:pathLst>
                <a:path w="25534" h="30916" extrusionOk="0">
                  <a:moveTo>
                    <a:pt x="25533" y="1"/>
                  </a:moveTo>
                  <a:lnTo>
                    <a:pt x="1" y="30916"/>
                  </a:lnTo>
                  <a:lnTo>
                    <a:pt x="692" y="30916"/>
                  </a:lnTo>
                  <a:lnTo>
                    <a:pt x="25533" y="826"/>
                  </a:lnTo>
                  <a:lnTo>
                    <a:pt x="2553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30"/>
            <p:cNvSpPr/>
            <p:nvPr/>
          </p:nvSpPr>
          <p:spPr>
            <a:xfrm>
              <a:off x="4294200" y="2557300"/>
              <a:ext cx="589575" cy="714100"/>
            </a:xfrm>
            <a:custGeom>
              <a:avLst/>
              <a:gdLst/>
              <a:ahLst/>
              <a:cxnLst/>
              <a:rect l="l" t="t" r="r" b="b"/>
              <a:pathLst>
                <a:path w="23583" h="28564" extrusionOk="0">
                  <a:moveTo>
                    <a:pt x="23582" y="0"/>
                  </a:moveTo>
                  <a:lnTo>
                    <a:pt x="1" y="28564"/>
                  </a:lnTo>
                  <a:lnTo>
                    <a:pt x="680" y="28564"/>
                  </a:lnTo>
                  <a:lnTo>
                    <a:pt x="23582" y="825"/>
                  </a:lnTo>
                  <a:lnTo>
                    <a:pt x="23582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30"/>
            <p:cNvSpPr/>
            <p:nvPr/>
          </p:nvSpPr>
          <p:spPr>
            <a:xfrm>
              <a:off x="4342675" y="2616075"/>
              <a:ext cx="541100" cy="655325"/>
            </a:xfrm>
            <a:custGeom>
              <a:avLst/>
              <a:gdLst/>
              <a:ahLst/>
              <a:cxnLst/>
              <a:rect l="l" t="t" r="r" b="b"/>
              <a:pathLst>
                <a:path w="21644" h="26213" extrusionOk="0">
                  <a:moveTo>
                    <a:pt x="21643" y="1"/>
                  </a:moveTo>
                  <a:lnTo>
                    <a:pt x="1" y="26213"/>
                  </a:lnTo>
                  <a:lnTo>
                    <a:pt x="692" y="26213"/>
                  </a:lnTo>
                  <a:lnTo>
                    <a:pt x="21643" y="826"/>
                  </a:lnTo>
                  <a:lnTo>
                    <a:pt x="2164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30"/>
            <p:cNvSpPr/>
            <p:nvPr/>
          </p:nvSpPr>
          <p:spPr>
            <a:xfrm>
              <a:off x="4391425" y="2674850"/>
              <a:ext cx="492350" cy="596550"/>
            </a:xfrm>
            <a:custGeom>
              <a:avLst/>
              <a:gdLst/>
              <a:ahLst/>
              <a:cxnLst/>
              <a:rect l="l" t="t" r="r" b="b"/>
              <a:pathLst>
                <a:path w="19694" h="23862" extrusionOk="0">
                  <a:moveTo>
                    <a:pt x="19693" y="1"/>
                  </a:moveTo>
                  <a:lnTo>
                    <a:pt x="1" y="23862"/>
                  </a:lnTo>
                  <a:lnTo>
                    <a:pt x="681" y="23862"/>
                  </a:lnTo>
                  <a:lnTo>
                    <a:pt x="19693" y="837"/>
                  </a:lnTo>
                  <a:lnTo>
                    <a:pt x="19693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30"/>
            <p:cNvSpPr/>
            <p:nvPr/>
          </p:nvSpPr>
          <p:spPr>
            <a:xfrm>
              <a:off x="4439900" y="2733650"/>
              <a:ext cx="443875" cy="537750"/>
            </a:xfrm>
            <a:custGeom>
              <a:avLst/>
              <a:gdLst/>
              <a:ahLst/>
              <a:cxnLst/>
              <a:rect l="l" t="t" r="r" b="b"/>
              <a:pathLst>
                <a:path w="17755" h="21510" extrusionOk="0">
                  <a:moveTo>
                    <a:pt x="17754" y="1"/>
                  </a:moveTo>
                  <a:lnTo>
                    <a:pt x="1" y="21510"/>
                  </a:lnTo>
                  <a:lnTo>
                    <a:pt x="692" y="21510"/>
                  </a:lnTo>
                  <a:lnTo>
                    <a:pt x="17754" y="836"/>
                  </a:lnTo>
                  <a:lnTo>
                    <a:pt x="1775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30"/>
            <p:cNvSpPr/>
            <p:nvPr/>
          </p:nvSpPr>
          <p:spPr>
            <a:xfrm>
              <a:off x="4488375" y="2792725"/>
              <a:ext cx="395400" cy="478675"/>
            </a:xfrm>
            <a:custGeom>
              <a:avLst/>
              <a:gdLst/>
              <a:ahLst/>
              <a:cxnLst/>
              <a:rect l="l" t="t" r="r" b="b"/>
              <a:pathLst>
                <a:path w="15816" h="19147" extrusionOk="0">
                  <a:moveTo>
                    <a:pt x="15815" y="1"/>
                  </a:moveTo>
                  <a:lnTo>
                    <a:pt x="1" y="19147"/>
                  </a:lnTo>
                  <a:lnTo>
                    <a:pt x="692" y="19147"/>
                  </a:lnTo>
                  <a:lnTo>
                    <a:pt x="15815" y="825"/>
                  </a:lnTo>
                  <a:lnTo>
                    <a:pt x="1581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30"/>
            <p:cNvSpPr/>
            <p:nvPr/>
          </p:nvSpPr>
          <p:spPr>
            <a:xfrm>
              <a:off x="4537150" y="2851500"/>
              <a:ext cx="346625" cy="419900"/>
            </a:xfrm>
            <a:custGeom>
              <a:avLst/>
              <a:gdLst/>
              <a:ahLst/>
              <a:cxnLst/>
              <a:rect l="l" t="t" r="r" b="b"/>
              <a:pathLst>
                <a:path w="13865" h="16796" extrusionOk="0">
                  <a:moveTo>
                    <a:pt x="13864" y="1"/>
                  </a:moveTo>
                  <a:lnTo>
                    <a:pt x="1" y="16796"/>
                  </a:lnTo>
                  <a:lnTo>
                    <a:pt x="680" y="16796"/>
                  </a:lnTo>
                  <a:lnTo>
                    <a:pt x="13864" y="825"/>
                  </a:lnTo>
                  <a:lnTo>
                    <a:pt x="13864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30"/>
            <p:cNvSpPr/>
            <p:nvPr/>
          </p:nvSpPr>
          <p:spPr>
            <a:xfrm>
              <a:off x="4585625" y="2910300"/>
              <a:ext cx="298150" cy="361100"/>
            </a:xfrm>
            <a:custGeom>
              <a:avLst/>
              <a:gdLst/>
              <a:ahLst/>
              <a:cxnLst/>
              <a:rect l="l" t="t" r="r" b="b"/>
              <a:pathLst>
                <a:path w="11926" h="14444" extrusionOk="0">
                  <a:moveTo>
                    <a:pt x="11925" y="1"/>
                  </a:moveTo>
                  <a:lnTo>
                    <a:pt x="1" y="14444"/>
                  </a:lnTo>
                  <a:lnTo>
                    <a:pt x="692" y="14444"/>
                  </a:lnTo>
                  <a:lnTo>
                    <a:pt x="11925" y="825"/>
                  </a:lnTo>
                  <a:lnTo>
                    <a:pt x="1192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19;p30"/>
            <p:cNvSpPr/>
            <p:nvPr/>
          </p:nvSpPr>
          <p:spPr>
            <a:xfrm>
              <a:off x="4634375" y="2969075"/>
              <a:ext cx="249400" cy="302325"/>
            </a:xfrm>
            <a:custGeom>
              <a:avLst/>
              <a:gdLst/>
              <a:ahLst/>
              <a:cxnLst/>
              <a:rect l="l" t="t" r="r" b="b"/>
              <a:pathLst>
                <a:path w="9976" h="12093" extrusionOk="0">
                  <a:moveTo>
                    <a:pt x="9975" y="1"/>
                  </a:moveTo>
                  <a:lnTo>
                    <a:pt x="1" y="12093"/>
                  </a:lnTo>
                  <a:lnTo>
                    <a:pt x="681" y="12093"/>
                  </a:lnTo>
                  <a:lnTo>
                    <a:pt x="9975" y="825"/>
                  </a:lnTo>
                  <a:lnTo>
                    <a:pt x="997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30"/>
            <p:cNvSpPr/>
            <p:nvPr/>
          </p:nvSpPr>
          <p:spPr>
            <a:xfrm>
              <a:off x="4682850" y="3027875"/>
              <a:ext cx="200925" cy="243525"/>
            </a:xfrm>
            <a:custGeom>
              <a:avLst/>
              <a:gdLst/>
              <a:ahLst/>
              <a:cxnLst/>
              <a:rect l="l" t="t" r="r" b="b"/>
              <a:pathLst>
                <a:path w="8037" h="9741" extrusionOk="0">
                  <a:moveTo>
                    <a:pt x="8036" y="1"/>
                  </a:moveTo>
                  <a:lnTo>
                    <a:pt x="1" y="9741"/>
                  </a:lnTo>
                  <a:lnTo>
                    <a:pt x="692" y="9741"/>
                  </a:lnTo>
                  <a:lnTo>
                    <a:pt x="8036" y="836"/>
                  </a:lnTo>
                  <a:lnTo>
                    <a:pt x="8036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30"/>
            <p:cNvSpPr/>
            <p:nvPr/>
          </p:nvSpPr>
          <p:spPr>
            <a:xfrm>
              <a:off x="4731625" y="3086650"/>
              <a:ext cx="152150" cy="184750"/>
            </a:xfrm>
            <a:custGeom>
              <a:avLst/>
              <a:gdLst/>
              <a:ahLst/>
              <a:cxnLst/>
              <a:rect l="l" t="t" r="r" b="b"/>
              <a:pathLst>
                <a:path w="6086" h="7390" extrusionOk="0">
                  <a:moveTo>
                    <a:pt x="6085" y="1"/>
                  </a:moveTo>
                  <a:lnTo>
                    <a:pt x="0" y="7390"/>
                  </a:lnTo>
                  <a:lnTo>
                    <a:pt x="680" y="7390"/>
                  </a:lnTo>
                  <a:lnTo>
                    <a:pt x="6085" y="837"/>
                  </a:lnTo>
                  <a:lnTo>
                    <a:pt x="6085" y="1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30"/>
            <p:cNvSpPr/>
            <p:nvPr/>
          </p:nvSpPr>
          <p:spPr>
            <a:xfrm>
              <a:off x="4780100" y="3145725"/>
              <a:ext cx="103675" cy="125675"/>
            </a:xfrm>
            <a:custGeom>
              <a:avLst/>
              <a:gdLst/>
              <a:ahLst/>
              <a:cxnLst/>
              <a:rect l="l" t="t" r="r" b="b"/>
              <a:pathLst>
                <a:path w="4147" h="5027" extrusionOk="0">
                  <a:moveTo>
                    <a:pt x="4146" y="0"/>
                  </a:moveTo>
                  <a:lnTo>
                    <a:pt x="1" y="5027"/>
                  </a:lnTo>
                  <a:lnTo>
                    <a:pt x="680" y="5027"/>
                  </a:lnTo>
                  <a:lnTo>
                    <a:pt x="4146" y="825"/>
                  </a:lnTo>
                  <a:lnTo>
                    <a:pt x="4146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30"/>
            <p:cNvSpPr/>
            <p:nvPr/>
          </p:nvSpPr>
          <p:spPr>
            <a:xfrm>
              <a:off x="4828575" y="3204525"/>
              <a:ext cx="55200" cy="66875"/>
            </a:xfrm>
            <a:custGeom>
              <a:avLst/>
              <a:gdLst/>
              <a:ahLst/>
              <a:cxnLst/>
              <a:rect l="l" t="t" r="r" b="b"/>
              <a:pathLst>
                <a:path w="2208" h="2675" extrusionOk="0">
                  <a:moveTo>
                    <a:pt x="2207" y="0"/>
                  </a:moveTo>
                  <a:lnTo>
                    <a:pt x="1" y="2675"/>
                  </a:lnTo>
                  <a:lnTo>
                    <a:pt x="692" y="2675"/>
                  </a:lnTo>
                  <a:lnTo>
                    <a:pt x="2207" y="825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30"/>
            <p:cNvSpPr/>
            <p:nvPr/>
          </p:nvSpPr>
          <p:spPr>
            <a:xfrm>
              <a:off x="4877325" y="3263300"/>
              <a:ext cx="6450" cy="8100"/>
            </a:xfrm>
            <a:custGeom>
              <a:avLst/>
              <a:gdLst/>
              <a:ahLst/>
              <a:cxnLst/>
              <a:rect l="l" t="t" r="r" b="b"/>
              <a:pathLst>
                <a:path w="258" h="324" extrusionOk="0">
                  <a:moveTo>
                    <a:pt x="257" y="0"/>
                  </a:moveTo>
                  <a:lnTo>
                    <a:pt x="1" y="324"/>
                  </a:lnTo>
                  <a:lnTo>
                    <a:pt x="257" y="324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FFFFFF">
                <a:alpha val="5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25" name="Google Shape;8425;p30"/>
          <p:cNvSpPr txBox="1">
            <a:spLocks noGrp="1"/>
          </p:cNvSpPr>
          <p:nvPr>
            <p:ph type="ctrTitle"/>
          </p:nvPr>
        </p:nvSpPr>
        <p:spPr>
          <a:xfrm>
            <a:off x="4404700" y="535000"/>
            <a:ext cx="40242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426" name="Google Shape;8426;p30"/>
          <p:cNvSpPr txBox="1">
            <a:spLocks noGrp="1"/>
          </p:cNvSpPr>
          <p:nvPr>
            <p:ph type="subTitle" idx="1"/>
          </p:nvPr>
        </p:nvSpPr>
        <p:spPr>
          <a:xfrm>
            <a:off x="4404700" y="1768325"/>
            <a:ext cx="4024200" cy="119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27" name="Google Shape;8427;p30"/>
          <p:cNvSpPr txBox="1"/>
          <p:nvPr/>
        </p:nvSpPr>
        <p:spPr>
          <a:xfrm>
            <a:off x="4581900" y="3932850"/>
            <a:ext cx="38469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403395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 Medium"/>
              <a:buNone/>
              <a:defRPr sz="30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swald Medium"/>
              <a:buNone/>
              <a:defRPr sz="3500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8" r:id="rId4"/>
    <p:sldLayoutId id="2147483677" r:id="rId5"/>
    <p:sldLayoutId id="2147483678" r:id="rId6"/>
    <p:sldLayoutId id="2147483683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8" name="Google Shape;9698;p36"/>
          <p:cNvSpPr txBox="1">
            <a:spLocks noGrp="1"/>
          </p:cNvSpPr>
          <p:nvPr>
            <p:ph type="ctrTitle"/>
          </p:nvPr>
        </p:nvSpPr>
        <p:spPr>
          <a:xfrm>
            <a:off x="1264750" y="696625"/>
            <a:ext cx="6614400" cy="279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sz="3000" dirty="0"/>
              <a:t>Data Science Assignment 2– Group 18</a:t>
            </a:r>
            <a:br>
              <a:rPr lang="en-US" altLang="zh-CN" sz="3000" dirty="0"/>
            </a:br>
            <a:r>
              <a:rPr lang="en" sz="4800" dirty="0"/>
              <a:t>Urban Climate, Economic &amp; Energy Analysis</a:t>
            </a:r>
            <a:endParaRPr lang="en" sz="9000" dirty="0"/>
          </a:p>
        </p:txBody>
      </p:sp>
      <p:sp>
        <p:nvSpPr>
          <p:cNvPr id="9699" name="Google Shape;9699;p36"/>
          <p:cNvSpPr txBox="1">
            <a:spLocks noGrp="1"/>
          </p:cNvSpPr>
          <p:nvPr>
            <p:ph type="subTitle" idx="1"/>
          </p:nvPr>
        </p:nvSpPr>
        <p:spPr>
          <a:xfrm>
            <a:off x="1264850" y="3698575"/>
            <a:ext cx="6614400" cy="5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Team 18 – Aoife Wang, </a:t>
            </a:r>
            <a:r>
              <a:rPr lang="en-US" dirty="0" err="1"/>
              <a:t>Xinchao</a:t>
            </a:r>
            <a:r>
              <a:rPr lang="en-US" dirty="0"/>
              <a:t> Chen, Jim Lu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6" name="Google Shape;9736;p40"/>
          <p:cNvSpPr txBox="1">
            <a:spLocks noGrp="1"/>
          </p:cNvSpPr>
          <p:nvPr>
            <p:ph type="title"/>
          </p:nvPr>
        </p:nvSpPr>
        <p:spPr>
          <a:xfrm>
            <a:off x="1403358" y="213705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Goal &amp; The Plan</a:t>
            </a:r>
            <a:br>
              <a:rPr lang="en" dirty="0"/>
            </a:br>
            <a:endParaRPr lang="en" dirty="0"/>
          </a:p>
        </p:txBody>
      </p:sp>
      <p:sp>
        <p:nvSpPr>
          <p:cNvPr id="9737" name="Google Shape;9737;p40"/>
          <p:cNvSpPr txBox="1">
            <a:spLocks noGrp="1"/>
          </p:cNvSpPr>
          <p:nvPr>
            <p:ph type="subTitle" idx="1"/>
          </p:nvPr>
        </p:nvSpPr>
        <p:spPr>
          <a:xfrm>
            <a:off x="598176" y="1208547"/>
            <a:ext cx="3081726" cy="116166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CN" dirty="0"/>
              <a:t>Goal: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CN" dirty="0"/>
              <a:t>To construct a comprehensive dataset analyzing the factors of urban energy consumption in NYC, Los Angeles, and Seattle.</a:t>
            </a:r>
          </a:p>
        </p:txBody>
      </p:sp>
      <p:grpSp>
        <p:nvGrpSpPr>
          <p:cNvPr id="9738" name="Google Shape;9738;p40"/>
          <p:cNvGrpSpPr/>
          <p:nvPr/>
        </p:nvGrpSpPr>
        <p:grpSpPr>
          <a:xfrm>
            <a:off x="6367394" y="115457"/>
            <a:ext cx="2638644" cy="1880096"/>
            <a:chOff x="-467248" y="3698333"/>
            <a:chExt cx="2638644" cy="1880096"/>
          </a:xfrm>
        </p:grpSpPr>
        <p:grpSp>
          <p:nvGrpSpPr>
            <p:cNvPr id="9739" name="Google Shape;9739;p40"/>
            <p:cNvGrpSpPr/>
            <p:nvPr/>
          </p:nvGrpSpPr>
          <p:grpSpPr>
            <a:xfrm rot="732989">
              <a:off x="285196" y="4195184"/>
              <a:ext cx="973645" cy="1294892"/>
              <a:chOff x="3896350" y="307075"/>
              <a:chExt cx="710200" cy="944525"/>
            </a:xfrm>
          </p:grpSpPr>
          <p:sp>
            <p:nvSpPr>
              <p:cNvPr id="9740" name="Google Shape;9740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1" name="Google Shape;9741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2" name="Google Shape;9742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3" name="Google Shape;9743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4" name="Google Shape;9744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5" name="Google Shape;9745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6" name="Google Shape;9746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7" name="Google Shape;9747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8" name="Google Shape;9748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9" name="Google Shape;9749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0" name="Google Shape;9750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1" name="Google Shape;9751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2" name="Google Shape;9752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3" name="Google Shape;9753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4" name="Google Shape;9754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5" name="Google Shape;9755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6" name="Google Shape;9756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7" name="Google Shape;9757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8" name="Google Shape;9758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9" name="Google Shape;9759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0" name="Google Shape;9760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1" name="Google Shape;9761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2" name="Google Shape;9762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3" name="Google Shape;9763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4" name="Google Shape;9764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5" name="Google Shape;9765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6" name="Google Shape;9766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7" name="Google Shape;9767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8" name="Google Shape;9768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9" name="Google Shape;9769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0" name="Google Shape;9770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1" name="Google Shape;9771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2" name="Google Shape;9772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73" name="Google Shape;9773;p40"/>
            <p:cNvGrpSpPr/>
            <p:nvPr/>
          </p:nvGrpSpPr>
          <p:grpSpPr>
            <a:xfrm>
              <a:off x="-467248" y="3698333"/>
              <a:ext cx="973684" cy="1294944"/>
              <a:chOff x="3896350" y="307075"/>
              <a:chExt cx="710200" cy="944525"/>
            </a:xfrm>
          </p:grpSpPr>
          <p:sp>
            <p:nvSpPr>
              <p:cNvPr id="9774" name="Google Shape;9774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5" name="Google Shape;9775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6" name="Google Shape;9776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7" name="Google Shape;9777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8" name="Google Shape;9778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9" name="Google Shape;9779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0" name="Google Shape;9780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1" name="Google Shape;9781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2" name="Google Shape;9782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3" name="Google Shape;9783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4" name="Google Shape;9784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5" name="Google Shape;9785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6" name="Google Shape;9786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7" name="Google Shape;9787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8" name="Google Shape;9788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9" name="Google Shape;9789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0" name="Google Shape;9790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1" name="Google Shape;9791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2" name="Google Shape;9792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3" name="Google Shape;9793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4" name="Google Shape;9794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5" name="Google Shape;9795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6" name="Google Shape;9796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7" name="Google Shape;9797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8" name="Google Shape;9798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9" name="Google Shape;9799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0" name="Google Shape;9800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1" name="Google Shape;9801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2" name="Google Shape;9802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3" name="Google Shape;9803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4" name="Google Shape;9804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5" name="Google Shape;9805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6" name="Google Shape;9806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07" name="Google Shape;9807;p40"/>
            <p:cNvGrpSpPr/>
            <p:nvPr/>
          </p:nvGrpSpPr>
          <p:grpSpPr>
            <a:xfrm rot="-758609">
              <a:off x="1067758" y="4062010"/>
              <a:ext cx="973717" cy="1294988"/>
              <a:chOff x="3896350" y="307075"/>
              <a:chExt cx="710200" cy="944525"/>
            </a:xfrm>
          </p:grpSpPr>
          <p:sp>
            <p:nvSpPr>
              <p:cNvPr id="9808" name="Google Shape;9808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9" name="Google Shape;9809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0" name="Google Shape;9810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1" name="Google Shape;9811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2" name="Google Shape;9812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3" name="Google Shape;9813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4" name="Google Shape;9814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5" name="Google Shape;9815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6" name="Google Shape;9816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7" name="Google Shape;9817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8" name="Google Shape;9818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9" name="Google Shape;9819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0" name="Google Shape;9820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1" name="Google Shape;9821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2" name="Google Shape;9822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3" name="Google Shape;9823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4" name="Google Shape;9824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5" name="Google Shape;9825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6" name="Google Shape;9826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7" name="Google Shape;9827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8" name="Google Shape;9828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9" name="Google Shape;9829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0" name="Google Shape;9830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1" name="Google Shape;9831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2" name="Google Shape;9832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3" name="Google Shape;9833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4" name="Google Shape;9834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5" name="Google Shape;9835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6" name="Google Shape;9836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7" name="Google Shape;9837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8" name="Google Shape;9838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9" name="Google Shape;9839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0" name="Google Shape;9840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7" name="Google Shape;9737;p40">
            <a:extLst>
              <a:ext uri="{FF2B5EF4-FFF2-40B4-BE49-F238E27FC236}">
                <a16:creationId xmlns:a16="http://schemas.microsoft.com/office/drawing/2014/main" id="{9B52C8FE-D110-FC47-97C6-04E77633DF76}"/>
              </a:ext>
            </a:extLst>
          </p:cNvPr>
          <p:cNvSpPr txBox="1">
            <a:spLocks/>
          </p:cNvSpPr>
          <p:nvPr/>
        </p:nvSpPr>
        <p:spPr>
          <a:xfrm>
            <a:off x="3607960" y="2083412"/>
            <a:ext cx="5553212" cy="116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6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" altLang="zh-CN" dirty="0"/>
              <a:t>Data Pillars:</a:t>
            </a:r>
          </a:p>
          <a:p>
            <a:pPr marL="0" indent="0">
              <a:lnSpc>
                <a:spcPct val="150000"/>
              </a:lnSpc>
            </a:pPr>
            <a:r>
              <a:rPr lang="en" altLang="zh-CN" dirty="0"/>
              <a:t>Climate &amp; Geography (Weather, Resource Endowment) </a:t>
            </a:r>
          </a:p>
          <a:p>
            <a:pPr marL="0" indent="0">
              <a:lnSpc>
                <a:spcPct val="150000"/>
              </a:lnSpc>
            </a:pPr>
            <a:r>
              <a:rPr lang="en" altLang="zh-CN" dirty="0"/>
              <a:t>Population &amp; Social Structure (Population, Education) </a:t>
            </a:r>
          </a:p>
          <a:p>
            <a:pPr marL="0" indent="0">
              <a:lnSpc>
                <a:spcPct val="150000"/>
              </a:lnSpc>
            </a:pPr>
            <a:r>
              <a:rPr lang="en" altLang="zh-CN" dirty="0"/>
              <a:t>Economic &amp; Income Levels (Personal Income, Energy Prices) </a:t>
            </a:r>
          </a:p>
        </p:txBody>
      </p:sp>
      <p:sp>
        <p:nvSpPr>
          <p:cNvPr id="108" name="Google Shape;9737;p40">
            <a:extLst>
              <a:ext uri="{FF2B5EF4-FFF2-40B4-BE49-F238E27FC236}">
                <a16:creationId xmlns:a16="http://schemas.microsoft.com/office/drawing/2014/main" id="{F1319C0E-5A3A-CE4C-A675-5CDB84B3BE08}"/>
              </a:ext>
            </a:extLst>
          </p:cNvPr>
          <p:cNvSpPr txBox="1">
            <a:spLocks/>
          </p:cNvSpPr>
          <p:nvPr/>
        </p:nvSpPr>
        <p:spPr>
          <a:xfrm>
            <a:off x="1021349" y="3400000"/>
            <a:ext cx="7593284" cy="1161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6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None/>
              <a:defRPr sz="1400" b="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" altLang="zh-CN" dirty="0"/>
              <a:t>Collection Method: </a:t>
            </a:r>
          </a:p>
          <a:p>
            <a:pPr marL="0" indent="0">
              <a:lnSpc>
                <a:spcPct val="150000"/>
              </a:lnSpc>
            </a:pPr>
            <a:r>
              <a:rPr lang="en" altLang="zh-CN" dirty="0"/>
              <a:t>A Hybrid Approach</a:t>
            </a:r>
          </a:p>
          <a:p>
            <a:pPr marL="0" indent="0">
              <a:lnSpc>
                <a:spcPct val="150000"/>
              </a:lnSpc>
            </a:pPr>
            <a:r>
              <a:rPr lang="en" altLang="zh-CN" dirty="0"/>
              <a:t>Programmatic API Calls: For weather, population, and resource endowment.</a:t>
            </a:r>
          </a:p>
          <a:p>
            <a:pPr marL="0" indent="0">
              <a:lnSpc>
                <a:spcPct val="150000"/>
              </a:lnSpc>
            </a:pPr>
            <a:r>
              <a:rPr lang="en" altLang="zh-CN" dirty="0"/>
              <a:t>Manual Download &amp; Scripted Processing: For income and electricity prices from government portals.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6" name="Google Shape;9736;p40"/>
          <p:cNvSpPr txBox="1">
            <a:spLocks noGrp="1"/>
          </p:cNvSpPr>
          <p:nvPr>
            <p:ph type="title"/>
          </p:nvPr>
        </p:nvSpPr>
        <p:spPr>
          <a:xfrm>
            <a:off x="232329" y="284948"/>
            <a:ext cx="4661100" cy="2157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The Reality: Acquisition &amp; Key Challenges</a:t>
            </a:r>
            <a:br>
              <a:rPr lang="en" dirty="0"/>
            </a:br>
            <a:br>
              <a:rPr lang="en" dirty="0"/>
            </a:br>
            <a:endParaRPr lang="en" dirty="0"/>
          </a:p>
        </p:txBody>
      </p:sp>
      <p:sp>
        <p:nvSpPr>
          <p:cNvPr id="9737" name="Google Shape;9737;p40"/>
          <p:cNvSpPr txBox="1">
            <a:spLocks noGrp="1"/>
          </p:cNvSpPr>
          <p:nvPr>
            <p:ph type="subTitle" idx="1"/>
          </p:nvPr>
        </p:nvSpPr>
        <p:spPr>
          <a:xfrm>
            <a:off x="4256158" y="680223"/>
            <a:ext cx="4661101" cy="38864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" altLang="zh-CN" dirty="0"/>
              <a:t>Primary Challenge: Data Integration </a:t>
            </a:r>
          </a:p>
          <a:p>
            <a:pPr marL="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zh-CN" altLang="en-US" dirty="0"/>
              <a:t> </a:t>
            </a:r>
            <a:r>
              <a:rPr lang="en" altLang="zh-CN" dirty="0"/>
              <a:t>Reconciling disparate data sources was the most complex and time-consuming task.</a:t>
            </a:r>
          </a:p>
          <a:p>
            <a:pPr marL="0" indent="0"/>
            <a:endParaRPr lang="en" altLang="zh-CN" dirty="0"/>
          </a:p>
          <a:p>
            <a:pPr marL="0" indent="0"/>
            <a:r>
              <a:rPr lang="en" altLang="zh-CN" dirty="0"/>
              <a:t>Specific Mismatches Encountered:</a:t>
            </a:r>
          </a:p>
          <a:p>
            <a:pPr marL="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Frequency Mismatch: Daily (Weather) vs. Monthly (Prices) vs. Annual (Income).</a:t>
            </a:r>
          </a:p>
          <a:p>
            <a:pPr marL="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Granularity Mismatch: City-level (Population) vs. MSA-level (Income) vs. State-level (Energy).</a:t>
            </a:r>
          </a:p>
          <a:p>
            <a:pPr marL="0" indent="0"/>
            <a:endParaRPr lang="en" altLang="zh-CN" dirty="0"/>
          </a:p>
          <a:p>
            <a:pPr marL="0" indent="0"/>
            <a:r>
              <a:rPr lang="en" altLang="zh-CN" dirty="0"/>
              <a:t>Lesson Learned: </a:t>
            </a:r>
          </a:p>
          <a:p>
            <a:pPr marL="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Data rarely exists in a perfectly aligned state; adaptation and documenting compromises are essential parts of the workflow.</a:t>
            </a:r>
            <a:endParaRPr lang="en" altLang="zh-CN" b="0" i="0" dirty="0">
              <a:solidFill>
                <a:schemeClr val="tx1">
                  <a:lumMod val="95000"/>
                </a:schemeClr>
              </a:solidFill>
              <a:effectLst/>
              <a:latin typeface=""/>
            </a:endParaRPr>
          </a:p>
        </p:txBody>
      </p:sp>
      <p:grpSp>
        <p:nvGrpSpPr>
          <p:cNvPr id="9738" name="Google Shape;9738;p40"/>
          <p:cNvGrpSpPr/>
          <p:nvPr/>
        </p:nvGrpSpPr>
        <p:grpSpPr>
          <a:xfrm>
            <a:off x="-298283" y="3263404"/>
            <a:ext cx="2638644" cy="1880096"/>
            <a:chOff x="-467248" y="3698333"/>
            <a:chExt cx="2638644" cy="1880096"/>
          </a:xfrm>
        </p:grpSpPr>
        <p:grpSp>
          <p:nvGrpSpPr>
            <p:cNvPr id="9739" name="Google Shape;9739;p40"/>
            <p:cNvGrpSpPr/>
            <p:nvPr/>
          </p:nvGrpSpPr>
          <p:grpSpPr>
            <a:xfrm rot="732989">
              <a:off x="285196" y="4195184"/>
              <a:ext cx="973645" cy="1294892"/>
              <a:chOff x="3896350" y="307075"/>
              <a:chExt cx="710200" cy="944525"/>
            </a:xfrm>
          </p:grpSpPr>
          <p:sp>
            <p:nvSpPr>
              <p:cNvPr id="9740" name="Google Shape;9740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1" name="Google Shape;9741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2" name="Google Shape;9742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3" name="Google Shape;9743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4" name="Google Shape;9744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5" name="Google Shape;9745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6" name="Google Shape;9746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7" name="Google Shape;9747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8" name="Google Shape;9748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9" name="Google Shape;9749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0" name="Google Shape;9750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1" name="Google Shape;9751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2" name="Google Shape;9752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3" name="Google Shape;9753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4" name="Google Shape;9754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5" name="Google Shape;9755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6" name="Google Shape;9756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7" name="Google Shape;9757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8" name="Google Shape;9758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9" name="Google Shape;9759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0" name="Google Shape;9760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1" name="Google Shape;9761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2" name="Google Shape;9762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3" name="Google Shape;9763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4" name="Google Shape;9764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5" name="Google Shape;9765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6" name="Google Shape;9766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7" name="Google Shape;9767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8" name="Google Shape;9768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9" name="Google Shape;9769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0" name="Google Shape;9770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1" name="Google Shape;9771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2" name="Google Shape;9772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73" name="Google Shape;9773;p40"/>
            <p:cNvGrpSpPr/>
            <p:nvPr/>
          </p:nvGrpSpPr>
          <p:grpSpPr>
            <a:xfrm>
              <a:off x="-467248" y="3698333"/>
              <a:ext cx="973684" cy="1294944"/>
              <a:chOff x="3896350" y="307075"/>
              <a:chExt cx="710200" cy="944525"/>
            </a:xfrm>
          </p:grpSpPr>
          <p:sp>
            <p:nvSpPr>
              <p:cNvPr id="9774" name="Google Shape;9774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5" name="Google Shape;9775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6" name="Google Shape;9776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7" name="Google Shape;9777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8" name="Google Shape;9778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9" name="Google Shape;9779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0" name="Google Shape;9780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1" name="Google Shape;9781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2" name="Google Shape;9782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3" name="Google Shape;9783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4" name="Google Shape;9784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5" name="Google Shape;9785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6" name="Google Shape;9786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7" name="Google Shape;9787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8" name="Google Shape;9788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9" name="Google Shape;9789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0" name="Google Shape;9790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1" name="Google Shape;9791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2" name="Google Shape;9792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3" name="Google Shape;9793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4" name="Google Shape;9794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5" name="Google Shape;9795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6" name="Google Shape;9796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7" name="Google Shape;9797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8" name="Google Shape;9798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9" name="Google Shape;9799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0" name="Google Shape;9800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1" name="Google Shape;9801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2" name="Google Shape;9802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3" name="Google Shape;9803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4" name="Google Shape;9804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5" name="Google Shape;9805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6" name="Google Shape;9806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07" name="Google Shape;9807;p40"/>
            <p:cNvGrpSpPr/>
            <p:nvPr/>
          </p:nvGrpSpPr>
          <p:grpSpPr>
            <a:xfrm rot="-758609">
              <a:off x="1067758" y="4062010"/>
              <a:ext cx="973717" cy="1294988"/>
              <a:chOff x="3896350" y="307075"/>
              <a:chExt cx="710200" cy="944525"/>
            </a:xfrm>
          </p:grpSpPr>
          <p:sp>
            <p:nvSpPr>
              <p:cNvPr id="9808" name="Google Shape;9808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9" name="Google Shape;9809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0" name="Google Shape;9810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1" name="Google Shape;9811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2" name="Google Shape;9812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3" name="Google Shape;9813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4" name="Google Shape;9814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5" name="Google Shape;9815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6" name="Google Shape;9816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7" name="Google Shape;9817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8" name="Google Shape;9818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9" name="Google Shape;9819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0" name="Google Shape;9820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1" name="Google Shape;9821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2" name="Google Shape;9822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3" name="Google Shape;9823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4" name="Google Shape;9824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5" name="Google Shape;9825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6" name="Google Shape;9826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7" name="Google Shape;9827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8" name="Google Shape;9828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9" name="Google Shape;9829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0" name="Google Shape;9830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1" name="Google Shape;9831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2" name="Google Shape;9832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3" name="Google Shape;9833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4" name="Google Shape;9834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5" name="Google Shape;9835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6" name="Google Shape;9836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7" name="Google Shape;9837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8" name="Google Shape;9838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9" name="Google Shape;9839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0" name="Google Shape;9840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8364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6" name="Google Shape;9736;p40"/>
          <p:cNvSpPr txBox="1">
            <a:spLocks noGrp="1"/>
          </p:cNvSpPr>
          <p:nvPr>
            <p:ph type="title"/>
          </p:nvPr>
        </p:nvSpPr>
        <p:spPr>
          <a:xfrm>
            <a:off x="1023482" y="298997"/>
            <a:ext cx="6907938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Organization &amp; Curation</a:t>
            </a:r>
            <a:br>
              <a:rPr lang="en" dirty="0"/>
            </a:br>
            <a:endParaRPr lang="en" dirty="0"/>
          </a:p>
        </p:txBody>
      </p:sp>
      <p:sp>
        <p:nvSpPr>
          <p:cNvPr id="9737" name="Google Shape;9737;p40"/>
          <p:cNvSpPr txBox="1">
            <a:spLocks noGrp="1"/>
          </p:cNvSpPr>
          <p:nvPr>
            <p:ph type="subTitle" idx="1"/>
          </p:nvPr>
        </p:nvSpPr>
        <p:spPr>
          <a:xfrm>
            <a:off x="1208085" y="2152637"/>
            <a:ext cx="7592022" cy="18038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/>
            <a:r>
              <a:rPr lang="en" altLang="zh-CN" dirty="0"/>
              <a:t>Logical Structure: A Key Success </a:t>
            </a:r>
          </a:p>
          <a:p>
            <a:pPr marL="13970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data/raw/: Stored all original, untouched data from APIs and manual downloads.</a:t>
            </a:r>
          </a:p>
          <a:p>
            <a:pPr marL="13970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data/curated/: Contained the final, analysis-ready datasets after cleaning, aggregation, and merging.</a:t>
            </a:r>
          </a:p>
          <a:p>
            <a:pPr marL="139700" indent="0"/>
            <a:endParaRPr lang="en" altLang="zh-CN" dirty="0"/>
          </a:p>
          <a:p>
            <a:pPr marL="139700" indent="0"/>
            <a:r>
              <a:rPr lang="en" altLang="zh-CN" dirty="0"/>
              <a:t>Benefits:</a:t>
            </a:r>
          </a:p>
          <a:p>
            <a:pPr marL="13970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Created a non-destructive and reproducible workflow.</a:t>
            </a:r>
          </a:p>
          <a:p>
            <a:pPr marL="13970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Simplified debugging and pipeline management.</a:t>
            </a:r>
          </a:p>
          <a:p>
            <a:pPr marL="139700" indent="0"/>
            <a:endParaRPr lang="en" altLang="zh-CN" dirty="0"/>
          </a:p>
          <a:p>
            <a:pPr marL="139700" indent="0"/>
            <a:r>
              <a:rPr lang="en" altLang="zh-CN" dirty="0"/>
              <a:t>Metadata as a Core Asset:</a:t>
            </a:r>
          </a:p>
          <a:p>
            <a:pPr marL="13970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Documentation was centralized in </a:t>
            </a:r>
            <a:r>
              <a:rPr lang="en" altLang="zh-CN" dirty="0" err="1"/>
              <a:t>README.md</a:t>
            </a:r>
            <a:r>
              <a:rPr lang="en" altLang="zh-CN" dirty="0"/>
              <a:t> and </a:t>
            </a:r>
            <a:r>
              <a:rPr lang="en" altLang="zh-CN" dirty="0" err="1"/>
              <a:t>metadata.json</a:t>
            </a:r>
            <a:r>
              <a:rPr lang="en" altLang="zh-CN" dirty="0"/>
              <a:t> files.</a:t>
            </a:r>
          </a:p>
          <a:p>
            <a:pPr marL="139700" indent="0"/>
            <a:r>
              <a:rPr lang="zh-CN" altLang="en-US" dirty="0"/>
              <a:t>    </a:t>
            </a:r>
            <a:r>
              <a:rPr lang="en-US" altLang="zh-CN" dirty="0"/>
              <a:t>·</a:t>
            </a:r>
            <a:r>
              <a:rPr lang="en" altLang="zh-CN" dirty="0"/>
              <a:t>Included data dictionaries, provenance, and—most importantly—explicitly stated the known limitations and compromises made during curation.</a:t>
            </a:r>
          </a:p>
        </p:txBody>
      </p:sp>
      <p:grpSp>
        <p:nvGrpSpPr>
          <p:cNvPr id="9738" name="Google Shape;9738;p40"/>
          <p:cNvGrpSpPr/>
          <p:nvPr/>
        </p:nvGrpSpPr>
        <p:grpSpPr>
          <a:xfrm>
            <a:off x="-1319322" y="3787902"/>
            <a:ext cx="2638644" cy="1880096"/>
            <a:chOff x="-467248" y="3698333"/>
            <a:chExt cx="2638644" cy="1880096"/>
          </a:xfrm>
        </p:grpSpPr>
        <p:grpSp>
          <p:nvGrpSpPr>
            <p:cNvPr id="9739" name="Google Shape;9739;p40"/>
            <p:cNvGrpSpPr/>
            <p:nvPr/>
          </p:nvGrpSpPr>
          <p:grpSpPr>
            <a:xfrm rot="732989">
              <a:off x="285196" y="4195184"/>
              <a:ext cx="973645" cy="1294892"/>
              <a:chOff x="3896350" y="307075"/>
              <a:chExt cx="710200" cy="944525"/>
            </a:xfrm>
          </p:grpSpPr>
          <p:sp>
            <p:nvSpPr>
              <p:cNvPr id="9740" name="Google Shape;9740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1" name="Google Shape;9741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2" name="Google Shape;9742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3" name="Google Shape;9743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4" name="Google Shape;9744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5" name="Google Shape;9745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6" name="Google Shape;9746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7" name="Google Shape;9747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8" name="Google Shape;9748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9" name="Google Shape;9749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0" name="Google Shape;9750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1" name="Google Shape;9751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2" name="Google Shape;9752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3" name="Google Shape;9753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4" name="Google Shape;9754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5" name="Google Shape;9755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6" name="Google Shape;9756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7" name="Google Shape;9757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8" name="Google Shape;9758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9" name="Google Shape;9759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0" name="Google Shape;9760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1" name="Google Shape;9761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2" name="Google Shape;9762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3" name="Google Shape;9763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4" name="Google Shape;9764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5" name="Google Shape;9765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6" name="Google Shape;9766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7" name="Google Shape;9767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8" name="Google Shape;9768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9" name="Google Shape;9769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0" name="Google Shape;9770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1" name="Google Shape;9771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2" name="Google Shape;9772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73" name="Google Shape;9773;p40"/>
            <p:cNvGrpSpPr/>
            <p:nvPr/>
          </p:nvGrpSpPr>
          <p:grpSpPr>
            <a:xfrm>
              <a:off x="-467248" y="3698333"/>
              <a:ext cx="973684" cy="1294944"/>
              <a:chOff x="3896350" y="307075"/>
              <a:chExt cx="710200" cy="944525"/>
            </a:xfrm>
          </p:grpSpPr>
          <p:sp>
            <p:nvSpPr>
              <p:cNvPr id="9774" name="Google Shape;9774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5" name="Google Shape;9775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6" name="Google Shape;9776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7" name="Google Shape;9777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8" name="Google Shape;9778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9" name="Google Shape;9779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0" name="Google Shape;9780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1" name="Google Shape;9781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2" name="Google Shape;9782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3" name="Google Shape;9783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4" name="Google Shape;9784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5" name="Google Shape;9785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6" name="Google Shape;9786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7" name="Google Shape;9787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8" name="Google Shape;9788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9" name="Google Shape;9789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0" name="Google Shape;9790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1" name="Google Shape;9791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2" name="Google Shape;9792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3" name="Google Shape;9793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4" name="Google Shape;9794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5" name="Google Shape;9795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6" name="Google Shape;9796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7" name="Google Shape;9797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8" name="Google Shape;9798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9" name="Google Shape;9799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0" name="Google Shape;9800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1" name="Google Shape;9801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2" name="Google Shape;9802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3" name="Google Shape;9803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4" name="Google Shape;9804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5" name="Google Shape;9805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6" name="Google Shape;9806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07" name="Google Shape;9807;p40"/>
            <p:cNvGrpSpPr/>
            <p:nvPr/>
          </p:nvGrpSpPr>
          <p:grpSpPr>
            <a:xfrm rot="-758609">
              <a:off x="1067758" y="4062010"/>
              <a:ext cx="973717" cy="1294988"/>
              <a:chOff x="3896350" y="307075"/>
              <a:chExt cx="710200" cy="944525"/>
            </a:xfrm>
          </p:grpSpPr>
          <p:sp>
            <p:nvSpPr>
              <p:cNvPr id="9808" name="Google Shape;9808;p40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9" name="Google Shape;9809;p40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0" name="Google Shape;9810;p40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1" name="Google Shape;9811;p40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2" name="Google Shape;9812;p40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3" name="Google Shape;9813;p40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4" name="Google Shape;9814;p40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5" name="Google Shape;9815;p40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6" name="Google Shape;9816;p40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7" name="Google Shape;9817;p40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8" name="Google Shape;9818;p40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9" name="Google Shape;9819;p40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0" name="Google Shape;9820;p40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1" name="Google Shape;9821;p40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2" name="Google Shape;9822;p40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3" name="Google Shape;9823;p40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4" name="Google Shape;9824;p40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5" name="Google Shape;9825;p40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6" name="Google Shape;9826;p40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7" name="Google Shape;9827;p40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8" name="Google Shape;9828;p40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9" name="Google Shape;9829;p40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0" name="Google Shape;9830;p40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1" name="Google Shape;9831;p40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2" name="Google Shape;9832;p40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3" name="Google Shape;9833;p40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4" name="Google Shape;9834;p40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5" name="Google Shape;9835;p40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6" name="Google Shape;9836;p40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7" name="Google Shape;9837;p40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8" name="Google Shape;9838;p40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9" name="Google Shape;9839;p40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0" name="Google Shape;9840;p40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914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7" name="Google Shape;11447;p49"/>
          <p:cNvSpPr txBox="1">
            <a:spLocks noGrp="1"/>
          </p:cNvSpPr>
          <p:nvPr>
            <p:ph type="title"/>
          </p:nvPr>
        </p:nvSpPr>
        <p:spPr>
          <a:xfrm>
            <a:off x="1029594" y="-1"/>
            <a:ext cx="6627611" cy="20897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Conclusion &amp; Key Takeaways</a:t>
            </a:r>
          </a:p>
        </p:txBody>
      </p:sp>
      <p:grpSp>
        <p:nvGrpSpPr>
          <p:cNvPr id="11448" name="Google Shape;11448;p49"/>
          <p:cNvGrpSpPr/>
          <p:nvPr/>
        </p:nvGrpSpPr>
        <p:grpSpPr>
          <a:xfrm>
            <a:off x="-114852" y="-460895"/>
            <a:ext cx="1971786" cy="2361490"/>
            <a:chOff x="-114852" y="-460895"/>
            <a:chExt cx="1971786" cy="2361490"/>
          </a:xfrm>
        </p:grpSpPr>
        <p:grpSp>
          <p:nvGrpSpPr>
            <p:cNvPr id="11449" name="Google Shape;11449;p49"/>
            <p:cNvGrpSpPr/>
            <p:nvPr/>
          </p:nvGrpSpPr>
          <p:grpSpPr>
            <a:xfrm rot="732989">
              <a:off x="299008" y="-372541"/>
              <a:ext cx="973645" cy="1294892"/>
              <a:chOff x="3896350" y="307075"/>
              <a:chExt cx="710200" cy="944525"/>
            </a:xfrm>
          </p:grpSpPr>
          <p:sp>
            <p:nvSpPr>
              <p:cNvPr id="11450" name="Google Shape;11450;p49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1" name="Google Shape;11451;p49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2" name="Google Shape;11452;p49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3" name="Google Shape;11453;p49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4" name="Google Shape;11454;p49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5" name="Google Shape;11455;p49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6" name="Google Shape;11456;p49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7" name="Google Shape;11457;p49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8" name="Google Shape;11458;p49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9" name="Google Shape;11459;p49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0" name="Google Shape;11460;p49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1" name="Google Shape;11461;p49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2" name="Google Shape;11462;p49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3" name="Google Shape;11463;p49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4" name="Google Shape;11464;p49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5" name="Google Shape;11465;p49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6" name="Google Shape;11466;p49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7" name="Google Shape;11467;p49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8" name="Google Shape;11468;p49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9" name="Google Shape;11469;p49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0" name="Google Shape;11470;p49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1" name="Google Shape;11471;p49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2" name="Google Shape;11472;p49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3" name="Google Shape;11473;p49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4" name="Google Shape;11474;p49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5" name="Google Shape;11475;p49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6" name="Google Shape;11476;p49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7" name="Google Shape;11477;p49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8" name="Google Shape;11478;p49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9" name="Google Shape;11479;p49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0" name="Google Shape;11480;p49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1" name="Google Shape;11481;p49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2" name="Google Shape;11482;p49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3" name="Google Shape;11483;p49"/>
            <p:cNvGrpSpPr/>
            <p:nvPr/>
          </p:nvGrpSpPr>
          <p:grpSpPr>
            <a:xfrm rot="-758609">
              <a:off x="753296" y="265560"/>
              <a:ext cx="973717" cy="1294988"/>
              <a:chOff x="3896350" y="307075"/>
              <a:chExt cx="710200" cy="944525"/>
            </a:xfrm>
          </p:grpSpPr>
          <p:sp>
            <p:nvSpPr>
              <p:cNvPr id="11484" name="Google Shape;11484;p49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5" name="Google Shape;11485;p49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6" name="Google Shape;11486;p49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7" name="Google Shape;11487;p49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8" name="Google Shape;11488;p49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9" name="Google Shape;11489;p49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0" name="Google Shape;11490;p49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1" name="Google Shape;11491;p49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2" name="Google Shape;11492;p49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3" name="Google Shape;11493;p49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4" name="Google Shape;11494;p49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5" name="Google Shape;11495;p49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6" name="Google Shape;11496;p49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7" name="Google Shape;11497;p49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8" name="Google Shape;11498;p49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9" name="Google Shape;11499;p49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0" name="Google Shape;11500;p49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1" name="Google Shape;11501;p49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2" name="Google Shape;11502;p49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3" name="Google Shape;11503;p49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4" name="Google Shape;11504;p49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5" name="Google Shape;11505;p49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6" name="Google Shape;11506;p49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7" name="Google Shape;11507;p49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8" name="Google Shape;11508;p49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9" name="Google Shape;11509;p49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0" name="Google Shape;11510;p49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1" name="Google Shape;11511;p49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2" name="Google Shape;11512;p49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3" name="Google Shape;11513;p49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4" name="Google Shape;11514;p49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5" name="Google Shape;11515;p49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6" name="Google Shape;11516;p49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17" name="Google Shape;11517;p49"/>
            <p:cNvGrpSpPr/>
            <p:nvPr/>
          </p:nvGrpSpPr>
          <p:grpSpPr>
            <a:xfrm rot="161038">
              <a:off x="-85067" y="583561"/>
              <a:ext cx="973687" cy="1294948"/>
              <a:chOff x="3896350" y="307075"/>
              <a:chExt cx="710200" cy="944525"/>
            </a:xfrm>
          </p:grpSpPr>
          <p:sp>
            <p:nvSpPr>
              <p:cNvPr id="11518" name="Google Shape;11518;p49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9" name="Google Shape;11519;p49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0" name="Google Shape;11520;p49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1" name="Google Shape;11521;p49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2" name="Google Shape;11522;p49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3" name="Google Shape;11523;p49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4" name="Google Shape;11524;p49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5" name="Google Shape;11525;p49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6" name="Google Shape;11526;p49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7" name="Google Shape;11527;p49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8" name="Google Shape;11528;p49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9" name="Google Shape;11529;p49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0" name="Google Shape;11530;p49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1" name="Google Shape;11531;p49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2" name="Google Shape;11532;p49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3" name="Google Shape;11533;p49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4" name="Google Shape;11534;p49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5" name="Google Shape;11535;p49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6" name="Google Shape;11536;p49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7" name="Google Shape;11537;p49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8" name="Google Shape;11538;p49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9" name="Google Shape;11539;p49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0" name="Google Shape;11540;p49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1" name="Google Shape;11541;p49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2" name="Google Shape;11542;p49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3" name="Google Shape;11543;p49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4" name="Google Shape;11544;p49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5" name="Google Shape;11545;p49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6" name="Google Shape;11546;p49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7" name="Google Shape;11547;p49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8" name="Google Shape;11548;p49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9" name="Google Shape;11549;p49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0" name="Google Shape;11550;p49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51" name="Google Shape;11551;p49"/>
          <p:cNvGrpSpPr/>
          <p:nvPr/>
        </p:nvGrpSpPr>
        <p:grpSpPr>
          <a:xfrm>
            <a:off x="6824501" y="-203355"/>
            <a:ext cx="2626757" cy="2401008"/>
            <a:chOff x="6824501" y="-203355"/>
            <a:chExt cx="2626757" cy="2401008"/>
          </a:xfrm>
        </p:grpSpPr>
        <p:grpSp>
          <p:nvGrpSpPr>
            <p:cNvPr id="11552" name="Google Shape;11552;p49"/>
            <p:cNvGrpSpPr/>
            <p:nvPr/>
          </p:nvGrpSpPr>
          <p:grpSpPr>
            <a:xfrm rot="-758609">
              <a:off x="6954421" y="-112490"/>
              <a:ext cx="973717" cy="1294988"/>
              <a:chOff x="3896350" y="307075"/>
              <a:chExt cx="710200" cy="944525"/>
            </a:xfrm>
          </p:grpSpPr>
          <p:sp>
            <p:nvSpPr>
              <p:cNvPr id="11553" name="Google Shape;11553;p49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4" name="Google Shape;11554;p49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5" name="Google Shape;11555;p49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6" name="Google Shape;11556;p49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7" name="Google Shape;11557;p49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8" name="Google Shape;11558;p49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9" name="Google Shape;11559;p49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0" name="Google Shape;11560;p49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1" name="Google Shape;11561;p49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2" name="Google Shape;11562;p49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3" name="Google Shape;11563;p49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4" name="Google Shape;11564;p49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5" name="Google Shape;11565;p49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6" name="Google Shape;11566;p49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7" name="Google Shape;11567;p49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8" name="Google Shape;11568;p49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9" name="Google Shape;11569;p49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0" name="Google Shape;11570;p49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1" name="Google Shape;11571;p49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2" name="Google Shape;11572;p49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3" name="Google Shape;11573;p49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4" name="Google Shape;11574;p49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5" name="Google Shape;11575;p49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6" name="Google Shape;11576;p49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7" name="Google Shape;11577;p49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8" name="Google Shape;11578;p49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9" name="Google Shape;11579;p49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0" name="Google Shape;11580;p49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1" name="Google Shape;11581;p49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2" name="Google Shape;11582;p49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3" name="Google Shape;11583;p49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4" name="Google Shape;11584;p49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5" name="Google Shape;11585;p49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86" name="Google Shape;11586;p49"/>
            <p:cNvGrpSpPr/>
            <p:nvPr/>
          </p:nvGrpSpPr>
          <p:grpSpPr>
            <a:xfrm rot="864615">
              <a:off x="7849932" y="100779"/>
              <a:ext cx="973709" cy="1294976"/>
              <a:chOff x="3896350" y="307075"/>
              <a:chExt cx="710200" cy="944525"/>
            </a:xfrm>
          </p:grpSpPr>
          <p:sp>
            <p:nvSpPr>
              <p:cNvPr id="11587" name="Google Shape;11587;p49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8" name="Google Shape;11588;p49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9" name="Google Shape;11589;p49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0" name="Google Shape;11590;p49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1" name="Google Shape;11591;p49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2" name="Google Shape;11592;p49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3" name="Google Shape;11593;p49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4" name="Google Shape;11594;p49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5" name="Google Shape;11595;p49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6" name="Google Shape;11596;p49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7" name="Google Shape;11597;p49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8" name="Google Shape;11598;p49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9" name="Google Shape;11599;p49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0" name="Google Shape;11600;p49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1" name="Google Shape;11601;p49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2" name="Google Shape;11602;p49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3" name="Google Shape;11603;p49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4" name="Google Shape;11604;p49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5" name="Google Shape;11605;p49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6" name="Google Shape;11606;p49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7" name="Google Shape;11607;p49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8" name="Google Shape;11608;p49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9" name="Google Shape;11609;p49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0" name="Google Shape;11610;p49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1" name="Google Shape;11611;p49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2" name="Google Shape;11612;p49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3" name="Google Shape;11613;p49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4" name="Google Shape;11614;p49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5" name="Google Shape;11615;p49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6" name="Google Shape;11616;p49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7" name="Google Shape;11617;p49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8" name="Google Shape;11618;p49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9" name="Google Shape;11619;p49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20" name="Google Shape;11620;p49"/>
            <p:cNvGrpSpPr/>
            <p:nvPr/>
          </p:nvGrpSpPr>
          <p:grpSpPr>
            <a:xfrm rot="732989">
              <a:off x="8351633" y="814409"/>
              <a:ext cx="973645" cy="1294892"/>
              <a:chOff x="3896350" y="307075"/>
              <a:chExt cx="710200" cy="944525"/>
            </a:xfrm>
          </p:grpSpPr>
          <p:sp>
            <p:nvSpPr>
              <p:cNvPr id="11621" name="Google Shape;11621;p49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2" name="Google Shape;11622;p49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3" name="Google Shape;11623;p49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4" name="Google Shape;11624;p49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5" name="Google Shape;11625;p49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6" name="Google Shape;11626;p49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7" name="Google Shape;11627;p49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8" name="Google Shape;11628;p49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9" name="Google Shape;11629;p49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0" name="Google Shape;11630;p49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1" name="Google Shape;11631;p49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2" name="Google Shape;11632;p49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3" name="Google Shape;11633;p49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4" name="Google Shape;11634;p49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5" name="Google Shape;11635;p49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6" name="Google Shape;11636;p49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7" name="Google Shape;11637;p49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8" name="Google Shape;11638;p49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9" name="Google Shape;11639;p49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0" name="Google Shape;11640;p49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1" name="Google Shape;11641;p49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2" name="Google Shape;11642;p49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3" name="Google Shape;11643;p49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4" name="Google Shape;11644;p49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5" name="Google Shape;11645;p49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6" name="Google Shape;11646;p49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7" name="Google Shape;11647;p49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8" name="Google Shape;11648;p49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9" name="Google Shape;11649;p49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0" name="Google Shape;11650;p49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1" name="Google Shape;11651;p49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2" name="Google Shape;11652;p49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3" name="Google Shape;11653;p49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4" name="Google Shape;9737;p40">
            <a:extLst>
              <a:ext uri="{FF2B5EF4-FFF2-40B4-BE49-F238E27FC236}">
                <a16:creationId xmlns:a16="http://schemas.microsoft.com/office/drawing/2014/main" id="{ABBEA2E6-2D24-CD42-AF28-3303FD0F9056}"/>
              </a:ext>
            </a:extLst>
          </p:cNvPr>
          <p:cNvSpPr txBox="1">
            <a:spLocks/>
          </p:cNvSpPr>
          <p:nvPr/>
        </p:nvSpPr>
        <p:spPr>
          <a:xfrm>
            <a:off x="177451" y="2296818"/>
            <a:ext cx="3804424" cy="18038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" altLang="zh-CN" sz="1600" dirty="0">
                <a:solidFill>
                  <a:schemeClr val="dk1"/>
                </a:solidFill>
                <a:latin typeface="Barlow Medium"/>
                <a:cs typeface="Barlow Medium"/>
                <a:sym typeface="Barlow Medium"/>
              </a:rPr>
              <a:t>Summary: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" altLang="zh-CN" sz="1600" dirty="0">
                <a:solidFill>
                  <a:schemeClr val="dk1"/>
                </a:solidFill>
                <a:latin typeface="Barlow Medium"/>
                <a:cs typeface="Barlow Medium"/>
                <a:sym typeface="Barlow Medium"/>
              </a:rPr>
              <a:t>Successfully constructed a complex, multi-faceted dataset for urban analysis by integrating disparate data sources and overcoming significant collection and curation challenges.</a:t>
            </a:r>
          </a:p>
        </p:txBody>
      </p:sp>
      <p:sp>
        <p:nvSpPr>
          <p:cNvPr id="210" name="Google Shape;9737;p40">
            <a:extLst>
              <a:ext uri="{FF2B5EF4-FFF2-40B4-BE49-F238E27FC236}">
                <a16:creationId xmlns:a16="http://schemas.microsoft.com/office/drawing/2014/main" id="{C4257497-B71A-3648-9197-38F6D984B69D}"/>
              </a:ext>
            </a:extLst>
          </p:cNvPr>
          <p:cNvSpPr txBox="1">
            <a:spLocks/>
          </p:cNvSpPr>
          <p:nvPr/>
        </p:nvSpPr>
        <p:spPr>
          <a:xfrm>
            <a:off x="3836909" y="2089711"/>
            <a:ext cx="5307091" cy="28502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  <a:buClr>
                <a:schemeClr val="dk1"/>
              </a:buClr>
              <a:buSzPts val="1400"/>
            </a:pPr>
            <a:r>
              <a:rPr lang="en" altLang="zh-CN" sz="1600" dirty="0">
                <a:solidFill>
                  <a:schemeClr val="dk1"/>
                </a:solidFill>
                <a:latin typeface="Barlow Medium"/>
                <a:cs typeface="Barlow Medium"/>
                <a:sym typeface="Barlow Medium"/>
              </a:rPr>
              <a:t>Key Takeaways: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400"/>
              <a:buFont typeface="+mj-lt"/>
              <a:buAutoNum type="arabicPeriod"/>
            </a:pPr>
            <a:r>
              <a:rPr lang="en" altLang="zh-CN" sz="1600" dirty="0">
                <a:solidFill>
                  <a:schemeClr val="dk1"/>
                </a:solidFill>
                <a:latin typeface="Barlow Medium"/>
                <a:cs typeface="Barlow Medium"/>
                <a:sym typeface="Barlow Medium"/>
              </a:rPr>
              <a:t>Plan for Imperfection: Data management plans must be flexible to accommodate the messy reality of public data.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400"/>
              <a:buFont typeface="+mj-lt"/>
              <a:buAutoNum type="arabicPeriod"/>
            </a:pPr>
            <a:r>
              <a:rPr lang="en" altLang="zh-CN" sz="1600" dirty="0">
                <a:solidFill>
                  <a:schemeClr val="dk1"/>
                </a:solidFill>
                <a:latin typeface="Barlow Medium"/>
                <a:cs typeface="Barlow Medium"/>
                <a:sym typeface="Barlow Medium"/>
              </a:rPr>
              <a:t>Document Everything: Transparent metadata, especially noting limitations, is what makes a dataset trustworthy and valuable.</a:t>
            </a:r>
          </a:p>
          <a:p>
            <a:pPr>
              <a:lnSpc>
                <a:spcPct val="115000"/>
              </a:lnSpc>
              <a:buClr>
                <a:schemeClr val="dk1"/>
              </a:buClr>
              <a:buSzPts val="1400"/>
              <a:buFont typeface="+mj-lt"/>
              <a:buAutoNum type="arabicPeriod"/>
            </a:pPr>
            <a:r>
              <a:rPr lang="en" altLang="zh-CN" sz="1600" dirty="0">
                <a:solidFill>
                  <a:schemeClr val="dk1"/>
                </a:solidFill>
                <a:latin typeface="Barlow Medium"/>
                <a:cs typeface="Barlow Medium"/>
                <a:sym typeface="Barlow Medium"/>
              </a:rPr>
              <a:t>Discover First: A preliminary "data reconnaissance" phase is critical to set realistic goals and timelines before committing to a full collection plan.</a:t>
            </a:r>
          </a:p>
        </p:txBody>
      </p:sp>
    </p:spTree>
    <p:extLst>
      <p:ext uri="{BB962C8B-B14F-4D97-AF65-F5344CB8AC3E}">
        <p14:creationId xmlns:p14="http://schemas.microsoft.com/office/powerpoint/2010/main" val="179547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5" name="Google Shape;13695;p71"/>
          <p:cNvSpPr txBox="1">
            <a:spLocks noGrp="1"/>
          </p:cNvSpPr>
          <p:nvPr>
            <p:ph type="ctrTitle"/>
          </p:nvPr>
        </p:nvSpPr>
        <p:spPr>
          <a:xfrm>
            <a:off x="4404700" y="1041896"/>
            <a:ext cx="4024200" cy="1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3696" name="Google Shape;13696;p71"/>
          <p:cNvSpPr txBox="1">
            <a:spLocks noGrp="1"/>
          </p:cNvSpPr>
          <p:nvPr>
            <p:ph type="subTitle" idx="1"/>
          </p:nvPr>
        </p:nvSpPr>
        <p:spPr>
          <a:xfrm>
            <a:off x="4404700" y="2120126"/>
            <a:ext cx="4024200" cy="119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>
                <a:solidFill>
                  <a:srgbClr val="FFFFFF"/>
                </a:solidFill>
                <a:latin typeface="Oswald Medium"/>
                <a:ea typeface="Oswald Medium"/>
                <a:cs typeface="Oswald Medium"/>
                <a:sym typeface="Oswald Medium"/>
              </a:rPr>
              <a:t>Do you have any questions?</a:t>
            </a:r>
            <a:endParaRPr dirty="0"/>
          </a:p>
        </p:txBody>
      </p:sp>
      <p:grpSp>
        <p:nvGrpSpPr>
          <p:cNvPr id="13715" name="Google Shape;13715;p71"/>
          <p:cNvGrpSpPr/>
          <p:nvPr/>
        </p:nvGrpSpPr>
        <p:grpSpPr>
          <a:xfrm>
            <a:off x="-995314" y="-106719"/>
            <a:ext cx="4733598" cy="6213071"/>
            <a:chOff x="-1209899" y="-558545"/>
            <a:chExt cx="4733598" cy="6213071"/>
          </a:xfrm>
        </p:grpSpPr>
        <p:grpSp>
          <p:nvGrpSpPr>
            <p:cNvPr id="13716" name="Google Shape;13716;p71"/>
            <p:cNvGrpSpPr/>
            <p:nvPr/>
          </p:nvGrpSpPr>
          <p:grpSpPr>
            <a:xfrm rot="-472132">
              <a:off x="1777010" y="4060412"/>
              <a:ext cx="973691" cy="1294953"/>
              <a:chOff x="3896350" y="307075"/>
              <a:chExt cx="710200" cy="944525"/>
            </a:xfrm>
          </p:grpSpPr>
          <p:sp>
            <p:nvSpPr>
              <p:cNvPr id="13717" name="Google Shape;13717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8" name="Google Shape;13718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9" name="Google Shape;13719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0" name="Google Shape;13720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1" name="Google Shape;13721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2" name="Google Shape;13722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3" name="Google Shape;13723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4" name="Google Shape;13724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5" name="Google Shape;13725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6" name="Google Shape;13726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7" name="Google Shape;13727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8" name="Google Shape;13728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9" name="Google Shape;13729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0" name="Google Shape;13730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1" name="Google Shape;13731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2" name="Google Shape;13732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3" name="Google Shape;13733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4" name="Google Shape;13734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5" name="Google Shape;13735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6" name="Google Shape;13736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7" name="Google Shape;13737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8" name="Google Shape;13738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9" name="Google Shape;13739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0" name="Google Shape;13740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1" name="Google Shape;13741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2" name="Google Shape;13742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3" name="Google Shape;13743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4" name="Google Shape;13744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5" name="Google Shape;13745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6" name="Google Shape;13746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7" name="Google Shape;13747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8" name="Google Shape;13748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9" name="Google Shape;13749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50" name="Google Shape;13750;p71"/>
            <p:cNvGrpSpPr/>
            <p:nvPr/>
          </p:nvGrpSpPr>
          <p:grpSpPr>
            <a:xfrm rot="-387195">
              <a:off x="-1377" y="1177386"/>
              <a:ext cx="973746" cy="1295026"/>
              <a:chOff x="3896350" y="307075"/>
              <a:chExt cx="710200" cy="944525"/>
            </a:xfrm>
          </p:grpSpPr>
          <p:sp>
            <p:nvSpPr>
              <p:cNvPr id="13751" name="Google Shape;13751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2" name="Google Shape;13752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3" name="Google Shape;13753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4" name="Google Shape;13754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5" name="Google Shape;13755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6" name="Google Shape;13756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7" name="Google Shape;13757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8" name="Google Shape;13758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9" name="Google Shape;13759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0" name="Google Shape;13760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1" name="Google Shape;13761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2" name="Google Shape;13762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3" name="Google Shape;13763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4" name="Google Shape;13764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5" name="Google Shape;13765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6" name="Google Shape;13766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7" name="Google Shape;13767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8" name="Google Shape;13768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9" name="Google Shape;13769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0" name="Google Shape;13770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1" name="Google Shape;13771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2" name="Google Shape;13772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3" name="Google Shape;13773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4" name="Google Shape;13774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5" name="Google Shape;13775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6" name="Google Shape;13776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7" name="Google Shape;13777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8" name="Google Shape;13778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9" name="Google Shape;13779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0" name="Google Shape;13780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1" name="Google Shape;13781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2" name="Google Shape;13782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3" name="Google Shape;13783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84" name="Google Shape;13784;p71"/>
            <p:cNvGrpSpPr/>
            <p:nvPr/>
          </p:nvGrpSpPr>
          <p:grpSpPr>
            <a:xfrm rot="732989">
              <a:off x="-834342" y="265609"/>
              <a:ext cx="973645" cy="1294892"/>
              <a:chOff x="3896350" y="307075"/>
              <a:chExt cx="710200" cy="944525"/>
            </a:xfrm>
          </p:grpSpPr>
          <p:sp>
            <p:nvSpPr>
              <p:cNvPr id="13785" name="Google Shape;13785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6" name="Google Shape;13786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7" name="Google Shape;13787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8" name="Google Shape;13788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9" name="Google Shape;13789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0" name="Google Shape;13790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1" name="Google Shape;13791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2" name="Google Shape;13792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3" name="Google Shape;13793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4" name="Google Shape;13794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5" name="Google Shape;13795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6" name="Google Shape;13796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7" name="Google Shape;13797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8" name="Google Shape;13798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9" name="Google Shape;13799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0" name="Google Shape;13800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1" name="Google Shape;13801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2" name="Google Shape;13802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3" name="Google Shape;13803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4" name="Google Shape;13804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5" name="Google Shape;13805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6" name="Google Shape;13806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7" name="Google Shape;13807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8" name="Google Shape;13808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9" name="Google Shape;13809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0" name="Google Shape;13810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1" name="Google Shape;13811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2" name="Google Shape;13812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3" name="Google Shape;13813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4" name="Google Shape;13814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5" name="Google Shape;13815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6" name="Google Shape;13816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7" name="Google Shape;13817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18" name="Google Shape;13818;p71"/>
            <p:cNvGrpSpPr/>
            <p:nvPr/>
          </p:nvGrpSpPr>
          <p:grpSpPr>
            <a:xfrm rot="-758609">
              <a:off x="-953829" y="943297"/>
              <a:ext cx="973717" cy="1294988"/>
              <a:chOff x="3896350" y="307075"/>
              <a:chExt cx="710200" cy="944525"/>
            </a:xfrm>
          </p:grpSpPr>
          <p:sp>
            <p:nvSpPr>
              <p:cNvPr id="13819" name="Google Shape;13819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0" name="Google Shape;13820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1" name="Google Shape;13821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2" name="Google Shape;13822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3" name="Google Shape;13823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4" name="Google Shape;13824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5" name="Google Shape;13825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6" name="Google Shape;13826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7" name="Google Shape;13827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8" name="Google Shape;13828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9" name="Google Shape;13829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0" name="Google Shape;13830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1" name="Google Shape;13831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2" name="Google Shape;13832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3" name="Google Shape;13833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4" name="Google Shape;13834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5" name="Google Shape;13835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6" name="Google Shape;13836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7" name="Google Shape;13837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8" name="Google Shape;13838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9" name="Google Shape;13839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0" name="Google Shape;13840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1" name="Google Shape;13841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2" name="Google Shape;13842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3" name="Google Shape;13843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4" name="Google Shape;13844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5" name="Google Shape;13845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6" name="Google Shape;13846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7" name="Google Shape;13847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8" name="Google Shape;13848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9" name="Google Shape;13849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0" name="Google Shape;13850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1" name="Google Shape;13851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52" name="Google Shape;13852;p71"/>
            <p:cNvGrpSpPr/>
            <p:nvPr/>
          </p:nvGrpSpPr>
          <p:grpSpPr>
            <a:xfrm rot="-472132">
              <a:off x="-949665" y="1791337"/>
              <a:ext cx="973691" cy="1294953"/>
              <a:chOff x="3896350" y="307075"/>
              <a:chExt cx="710200" cy="944525"/>
            </a:xfrm>
          </p:grpSpPr>
          <p:sp>
            <p:nvSpPr>
              <p:cNvPr id="13853" name="Google Shape;13853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4" name="Google Shape;13854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5" name="Google Shape;13855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6" name="Google Shape;13856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7" name="Google Shape;13857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8" name="Google Shape;13858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9" name="Google Shape;13859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0" name="Google Shape;13860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1" name="Google Shape;13861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2" name="Google Shape;13862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3" name="Google Shape;13863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4" name="Google Shape;13864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5" name="Google Shape;13865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6" name="Google Shape;13866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7" name="Google Shape;13867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8" name="Google Shape;13868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9" name="Google Shape;13869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0" name="Google Shape;13870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1" name="Google Shape;13871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2" name="Google Shape;13872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3" name="Google Shape;13873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4" name="Google Shape;13874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5" name="Google Shape;13875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6" name="Google Shape;13876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7" name="Google Shape;13877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8" name="Google Shape;13878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9" name="Google Shape;13879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0" name="Google Shape;13880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1" name="Google Shape;13881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2" name="Google Shape;13882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3" name="Google Shape;13883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4" name="Google Shape;13884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5" name="Google Shape;13885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86" name="Google Shape;13886;p71"/>
            <p:cNvGrpSpPr/>
            <p:nvPr/>
          </p:nvGrpSpPr>
          <p:grpSpPr>
            <a:xfrm rot="-472132">
              <a:off x="-112090" y="4060412"/>
              <a:ext cx="973691" cy="1294953"/>
              <a:chOff x="3896350" y="307075"/>
              <a:chExt cx="710200" cy="944525"/>
            </a:xfrm>
          </p:grpSpPr>
          <p:sp>
            <p:nvSpPr>
              <p:cNvPr id="13887" name="Google Shape;13887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8" name="Google Shape;13888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9" name="Google Shape;13889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0" name="Google Shape;13890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1" name="Google Shape;13891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2" name="Google Shape;13892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3" name="Google Shape;13893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4" name="Google Shape;13894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5" name="Google Shape;13895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6" name="Google Shape;13896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7" name="Google Shape;13897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8" name="Google Shape;13898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9" name="Google Shape;13899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0" name="Google Shape;13900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1" name="Google Shape;13901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2" name="Google Shape;13902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3" name="Google Shape;13903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4" name="Google Shape;13904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5" name="Google Shape;13905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6" name="Google Shape;13906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7" name="Google Shape;13907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8" name="Google Shape;13908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9" name="Google Shape;13909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0" name="Google Shape;13910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1" name="Google Shape;13911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2" name="Google Shape;13912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3" name="Google Shape;13913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4" name="Google Shape;13914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5" name="Google Shape;13915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6" name="Google Shape;13916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7" name="Google Shape;13917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8" name="Google Shape;13918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9" name="Google Shape;13919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20" name="Google Shape;13920;p71"/>
            <p:cNvGrpSpPr/>
            <p:nvPr/>
          </p:nvGrpSpPr>
          <p:grpSpPr>
            <a:xfrm rot="732989">
              <a:off x="970383" y="4060434"/>
              <a:ext cx="973645" cy="1294892"/>
              <a:chOff x="3896350" y="307075"/>
              <a:chExt cx="710200" cy="944525"/>
            </a:xfrm>
          </p:grpSpPr>
          <p:sp>
            <p:nvSpPr>
              <p:cNvPr id="13921" name="Google Shape;13921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2" name="Google Shape;13922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3" name="Google Shape;13923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4" name="Google Shape;13924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5" name="Google Shape;13925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6" name="Google Shape;13926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7" name="Google Shape;13927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8" name="Google Shape;13928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9" name="Google Shape;13929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0" name="Google Shape;13930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1" name="Google Shape;13931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2" name="Google Shape;13932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3" name="Google Shape;13933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4" name="Google Shape;13934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5" name="Google Shape;13935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6" name="Google Shape;13936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7" name="Google Shape;13937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8" name="Google Shape;13938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9" name="Google Shape;13939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0" name="Google Shape;13940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1" name="Google Shape;13941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2" name="Google Shape;13942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3" name="Google Shape;13943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4" name="Google Shape;13944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5" name="Google Shape;13945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6" name="Google Shape;13946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7" name="Google Shape;13947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8" name="Google Shape;13948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9" name="Google Shape;13949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0" name="Google Shape;13950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1" name="Google Shape;13951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2" name="Google Shape;13952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3" name="Google Shape;13953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54" name="Google Shape;13954;p71"/>
            <p:cNvGrpSpPr/>
            <p:nvPr/>
          </p:nvGrpSpPr>
          <p:grpSpPr>
            <a:xfrm rot="-758609">
              <a:off x="-1079979" y="2723010"/>
              <a:ext cx="973717" cy="1294988"/>
              <a:chOff x="3896350" y="307075"/>
              <a:chExt cx="710200" cy="944525"/>
            </a:xfrm>
          </p:grpSpPr>
          <p:sp>
            <p:nvSpPr>
              <p:cNvPr id="13955" name="Google Shape;13955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6" name="Google Shape;13956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7" name="Google Shape;13957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8" name="Google Shape;13958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9" name="Google Shape;13959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0" name="Google Shape;13960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1" name="Google Shape;13961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2" name="Google Shape;13962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3" name="Google Shape;13963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4" name="Google Shape;13964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5" name="Google Shape;13965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6" name="Google Shape;13966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7" name="Google Shape;13967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8" name="Google Shape;13968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9" name="Google Shape;13969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0" name="Google Shape;13970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1" name="Google Shape;13971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2" name="Google Shape;13972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3" name="Google Shape;13973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4" name="Google Shape;13974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5" name="Google Shape;13975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6" name="Google Shape;13976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7" name="Google Shape;13977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8" name="Google Shape;13978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9" name="Google Shape;13979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0" name="Google Shape;13980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1" name="Google Shape;13981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2" name="Google Shape;13982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3" name="Google Shape;13983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4" name="Google Shape;13984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5" name="Google Shape;13985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6" name="Google Shape;13986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7" name="Google Shape;13987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88" name="Google Shape;13988;p71"/>
            <p:cNvGrpSpPr/>
            <p:nvPr/>
          </p:nvGrpSpPr>
          <p:grpSpPr>
            <a:xfrm rot="864615">
              <a:off x="-173868" y="2358479"/>
              <a:ext cx="973709" cy="1294976"/>
              <a:chOff x="3896350" y="307075"/>
              <a:chExt cx="710200" cy="944525"/>
            </a:xfrm>
          </p:grpSpPr>
          <p:sp>
            <p:nvSpPr>
              <p:cNvPr id="13989" name="Google Shape;13989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0" name="Google Shape;13990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1" name="Google Shape;13991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2" name="Google Shape;13992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3" name="Google Shape;13993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4" name="Google Shape;13994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5" name="Google Shape;13995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6" name="Google Shape;13996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7" name="Google Shape;13997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8" name="Google Shape;13998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9" name="Google Shape;13999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0" name="Google Shape;14000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1" name="Google Shape;14001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2" name="Google Shape;14002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3" name="Google Shape;14003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4" name="Google Shape;14004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5" name="Google Shape;14005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6" name="Google Shape;14006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7" name="Google Shape;14007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8" name="Google Shape;14008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9" name="Google Shape;14009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0" name="Google Shape;14010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1" name="Google Shape;14011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2" name="Google Shape;14012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3" name="Google Shape;14013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4" name="Google Shape;14014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5" name="Google Shape;14015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6" name="Google Shape;14016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7" name="Google Shape;14017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8" name="Google Shape;14018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9" name="Google Shape;14019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0" name="Google Shape;14020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1" name="Google Shape;14021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22" name="Google Shape;14022;p71"/>
            <p:cNvGrpSpPr/>
            <p:nvPr/>
          </p:nvGrpSpPr>
          <p:grpSpPr>
            <a:xfrm>
              <a:off x="2550014" y="4359583"/>
              <a:ext cx="973684" cy="1294944"/>
              <a:chOff x="3896350" y="307075"/>
              <a:chExt cx="710200" cy="944525"/>
            </a:xfrm>
          </p:grpSpPr>
          <p:sp>
            <p:nvSpPr>
              <p:cNvPr id="14023" name="Google Shape;14023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4" name="Google Shape;14024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5" name="Google Shape;14025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6" name="Google Shape;14026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7" name="Google Shape;14027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8" name="Google Shape;14028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9" name="Google Shape;14029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0" name="Google Shape;14030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1" name="Google Shape;14031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2" name="Google Shape;14032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3" name="Google Shape;14033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4" name="Google Shape;14034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5" name="Google Shape;14035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6" name="Google Shape;14036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7" name="Google Shape;14037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8" name="Google Shape;14038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9" name="Google Shape;14039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0" name="Google Shape;14040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1" name="Google Shape;14041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2" name="Google Shape;14042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3" name="Google Shape;14043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4" name="Google Shape;14044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5" name="Google Shape;14045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6" name="Google Shape;14046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7" name="Google Shape;14047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8" name="Google Shape;14048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9" name="Google Shape;14049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0" name="Google Shape;14050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1" name="Google Shape;14051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2" name="Google Shape;14052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3" name="Google Shape;14053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4" name="Google Shape;14054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5" name="Google Shape;14055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56" name="Google Shape;14056;p71"/>
            <p:cNvGrpSpPr/>
            <p:nvPr/>
          </p:nvGrpSpPr>
          <p:grpSpPr>
            <a:xfrm rot="-758609">
              <a:off x="-112104" y="-85365"/>
              <a:ext cx="973717" cy="1294988"/>
              <a:chOff x="3896350" y="307075"/>
              <a:chExt cx="710200" cy="944525"/>
            </a:xfrm>
          </p:grpSpPr>
          <p:sp>
            <p:nvSpPr>
              <p:cNvPr id="14057" name="Google Shape;14057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8" name="Google Shape;14058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9" name="Google Shape;14059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0" name="Google Shape;14060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1" name="Google Shape;14061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2" name="Google Shape;14062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3" name="Google Shape;14063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4" name="Google Shape;14064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5" name="Google Shape;14065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6" name="Google Shape;14066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7" name="Google Shape;14067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8" name="Google Shape;14068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9" name="Google Shape;14069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0" name="Google Shape;14070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1" name="Google Shape;14071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2" name="Google Shape;14072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3" name="Google Shape;14073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4" name="Google Shape;14074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5" name="Google Shape;14075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6" name="Google Shape;14076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7" name="Google Shape;14077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8" name="Google Shape;14078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9" name="Google Shape;14079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0" name="Google Shape;14080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1" name="Google Shape;14081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2" name="Google Shape;14082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3" name="Google Shape;14083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4" name="Google Shape;14084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5" name="Google Shape;14085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6" name="Google Shape;14086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7" name="Google Shape;14087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8" name="Google Shape;14088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9" name="Google Shape;14089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90" name="Google Shape;14090;p71"/>
            <p:cNvGrpSpPr/>
            <p:nvPr/>
          </p:nvGrpSpPr>
          <p:grpSpPr>
            <a:xfrm rot="663057">
              <a:off x="-173864" y="3232228"/>
              <a:ext cx="973700" cy="1294965"/>
              <a:chOff x="3896350" y="307075"/>
              <a:chExt cx="710200" cy="944525"/>
            </a:xfrm>
          </p:grpSpPr>
          <p:sp>
            <p:nvSpPr>
              <p:cNvPr id="14091" name="Google Shape;14091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2" name="Google Shape;14092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3" name="Google Shape;14093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4" name="Google Shape;14094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5" name="Google Shape;14095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6" name="Google Shape;14096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7" name="Google Shape;14097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8" name="Google Shape;14098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9" name="Google Shape;14099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0" name="Google Shape;14100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1" name="Google Shape;14101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2" name="Google Shape;14102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3" name="Google Shape;14103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4" name="Google Shape;14104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5" name="Google Shape;14105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6" name="Google Shape;14106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7" name="Google Shape;14107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8" name="Google Shape;14108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9" name="Google Shape;14109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0" name="Google Shape;14110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1" name="Google Shape;14111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2" name="Google Shape;14112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3" name="Google Shape;14113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4" name="Google Shape;14114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5" name="Google Shape;14115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6" name="Google Shape;14116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7" name="Google Shape;14117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8" name="Google Shape;14118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9" name="Google Shape;14119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0" name="Google Shape;14120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1" name="Google Shape;14121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2" name="Google Shape;14122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3" name="Google Shape;14123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24" name="Google Shape;14124;p71"/>
            <p:cNvGrpSpPr/>
            <p:nvPr/>
          </p:nvGrpSpPr>
          <p:grpSpPr>
            <a:xfrm rot="864615">
              <a:off x="702032" y="-85371"/>
              <a:ext cx="973709" cy="1294976"/>
              <a:chOff x="3896350" y="307075"/>
              <a:chExt cx="710200" cy="944525"/>
            </a:xfrm>
          </p:grpSpPr>
          <p:sp>
            <p:nvSpPr>
              <p:cNvPr id="14125" name="Google Shape;14125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6" name="Google Shape;14126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7" name="Google Shape;14127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8" name="Google Shape;14128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9" name="Google Shape;14129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0" name="Google Shape;14130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1" name="Google Shape;14131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2" name="Google Shape;14132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3" name="Google Shape;14133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4" name="Google Shape;14134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5" name="Google Shape;14135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6" name="Google Shape;14136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7" name="Google Shape;14137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8" name="Google Shape;14138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9" name="Google Shape;14139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0" name="Google Shape;14140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1" name="Google Shape;14141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2" name="Google Shape;14142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3" name="Google Shape;14143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4" name="Google Shape;14144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5" name="Google Shape;14145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6" name="Google Shape;14146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7" name="Google Shape;14147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8" name="Google Shape;14148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9" name="Google Shape;14149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0" name="Google Shape;14150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1" name="Google Shape;14151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2" name="Google Shape;14152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3" name="Google Shape;14153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4" name="Google Shape;14154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5" name="Google Shape;14155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6" name="Google Shape;14156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7" name="Google Shape;14157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58" name="Google Shape;14158;p71"/>
            <p:cNvGrpSpPr/>
            <p:nvPr/>
          </p:nvGrpSpPr>
          <p:grpSpPr>
            <a:xfrm rot="732989">
              <a:off x="1529383" y="-470191"/>
              <a:ext cx="973645" cy="1294892"/>
              <a:chOff x="3896350" y="307075"/>
              <a:chExt cx="710200" cy="944525"/>
            </a:xfrm>
          </p:grpSpPr>
          <p:sp>
            <p:nvSpPr>
              <p:cNvPr id="14159" name="Google Shape;14159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0" name="Google Shape;14160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1" name="Google Shape;14161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2" name="Google Shape;14162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3" name="Google Shape;14163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4" name="Google Shape;14164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5" name="Google Shape;14165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6" name="Google Shape;14166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7" name="Google Shape;14167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8" name="Google Shape;14168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9" name="Google Shape;14169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0" name="Google Shape;14170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1" name="Google Shape;14171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2" name="Google Shape;14172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3" name="Google Shape;14173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4" name="Google Shape;14174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5" name="Google Shape;14175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6" name="Google Shape;14176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7" name="Google Shape;14177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8" name="Google Shape;14178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9" name="Google Shape;14179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0" name="Google Shape;14180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1" name="Google Shape;14181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2" name="Google Shape;14182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3" name="Google Shape;14183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4" name="Google Shape;14184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5" name="Google Shape;14185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6" name="Google Shape;14186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7" name="Google Shape;14187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8" name="Google Shape;14188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9" name="Google Shape;14189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0" name="Google Shape;14190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1" name="Google Shape;14191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92" name="Google Shape;14192;p71"/>
            <p:cNvGrpSpPr/>
            <p:nvPr/>
          </p:nvGrpSpPr>
          <p:grpSpPr>
            <a:xfrm rot="-758609">
              <a:off x="2316146" y="-344090"/>
              <a:ext cx="973717" cy="1294988"/>
              <a:chOff x="3896350" y="307075"/>
              <a:chExt cx="710200" cy="944525"/>
            </a:xfrm>
          </p:grpSpPr>
          <p:sp>
            <p:nvSpPr>
              <p:cNvPr id="14193" name="Google Shape;14193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4" name="Google Shape;14194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5" name="Google Shape;14195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6" name="Google Shape;14196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7" name="Google Shape;14197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8" name="Google Shape;14198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9" name="Google Shape;14199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0" name="Google Shape;14200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1" name="Google Shape;14201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2" name="Google Shape;14202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3" name="Google Shape;14203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4" name="Google Shape;14204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5" name="Google Shape;14205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6" name="Google Shape;14206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7" name="Google Shape;14207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8" name="Google Shape;14208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9" name="Google Shape;14209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0" name="Google Shape;14210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1" name="Google Shape;14211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2" name="Google Shape;14212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3" name="Google Shape;14213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4" name="Google Shape;14214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5" name="Google Shape;14215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6" name="Google Shape;14216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7" name="Google Shape;14217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8" name="Google Shape;14218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9" name="Google Shape;14219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0" name="Google Shape;14220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1" name="Google Shape;14221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2" name="Google Shape;14222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3" name="Google Shape;14223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4" name="Google Shape;14224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5" name="Google Shape;14225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26" name="Google Shape;14226;p71"/>
            <p:cNvGrpSpPr/>
            <p:nvPr/>
          </p:nvGrpSpPr>
          <p:grpSpPr>
            <a:xfrm rot="864615">
              <a:off x="573432" y="3550829"/>
              <a:ext cx="973709" cy="1294976"/>
              <a:chOff x="3896350" y="307075"/>
              <a:chExt cx="710200" cy="944525"/>
            </a:xfrm>
          </p:grpSpPr>
          <p:sp>
            <p:nvSpPr>
              <p:cNvPr id="14227" name="Google Shape;14227;p71"/>
              <p:cNvSpPr/>
              <p:nvPr/>
            </p:nvSpPr>
            <p:spPr>
              <a:xfrm>
                <a:off x="3908875" y="316250"/>
                <a:ext cx="685125" cy="926150"/>
              </a:xfrm>
              <a:custGeom>
                <a:avLst/>
                <a:gdLst/>
                <a:ahLst/>
                <a:cxnLst/>
                <a:rect l="l" t="t" r="r" b="b"/>
                <a:pathLst>
                  <a:path w="27405" h="37046" extrusionOk="0">
                    <a:moveTo>
                      <a:pt x="27004" y="1"/>
                    </a:moveTo>
                    <a:lnTo>
                      <a:pt x="0" y="302"/>
                    </a:lnTo>
                    <a:lnTo>
                      <a:pt x="401" y="37045"/>
                    </a:lnTo>
                    <a:lnTo>
                      <a:pt x="27405" y="36745"/>
                    </a:lnTo>
                    <a:lnTo>
                      <a:pt x="2700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8" name="Google Shape;14228;p71"/>
              <p:cNvSpPr/>
              <p:nvPr/>
            </p:nvSpPr>
            <p:spPr>
              <a:xfrm>
                <a:off x="3896350" y="307075"/>
                <a:ext cx="710200" cy="944525"/>
              </a:xfrm>
              <a:custGeom>
                <a:avLst/>
                <a:gdLst/>
                <a:ahLst/>
                <a:cxnLst/>
                <a:rect l="l" t="t" r="r" b="b"/>
                <a:pathLst>
                  <a:path w="28408" h="37781" extrusionOk="0">
                    <a:moveTo>
                      <a:pt x="26981" y="0"/>
                    </a:moveTo>
                    <a:lnTo>
                      <a:pt x="0" y="1059"/>
                    </a:lnTo>
                    <a:lnTo>
                      <a:pt x="1427" y="37780"/>
                    </a:lnTo>
                    <a:lnTo>
                      <a:pt x="28407" y="36721"/>
                    </a:lnTo>
                    <a:lnTo>
                      <a:pt x="2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9" name="Google Shape;14229;p71"/>
              <p:cNvSpPr/>
              <p:nvPr/>
            </p:nvSpPr>
            <p:spPr>
              <a:xfrm>
                <a:off x="3912200" y="323225"/>
                <a:ext cx="678175" cy="912200"/>
              </a:xfrm>
              <a:custGeom>
                <a:avLst/>
                <a:gdLst/>
                <a:ahLst/>
                <a:cxnLst/>
                <a:rect l="l" t="t" r="r" b="b"/>
                <a:pathLst>
                  <a:path w="27127" h="36488" extrusionOk="0">
                    <a:moveTo>
                      <a:pt x="25355" y="435"/>
                    </a:moveTo>
                    <a:lnTo>
                      <a:pt x="26703" y="35084"/>
                    </a:lnTo>
                    <a:lnTo>
                      <a:pt x="1784" y="36053"/>
                    </a:lnTo>
                    <a:lnTo>
                      <a:pt x="436" y="1393"/>
                    </a:lnTo>
                    <a:lnTo>
                      <a:pt x="25355" y="435"/>
                    </a:lnTo>
                    <a:close/>
                    <a:moveTo>
                      <a:pt x="25756" y="1"/>
                    </a:moveTo>
                    <a:lnTo>
                      <a:pt x="1" y="1004"/>
                    </a:lnTo>
                    <a:lnTo>
                      <a:pt x="1383" y="36488"/>
                    </a:lnTo>
                    <a:lnTo>
                      <a:pt x="27127" y="35485"/>
                    </a:lnTo>
                    <a:lnTo>
                      <a:pt x="2575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0" name="Google Shape;14230;p71"/>
              <p:cNvSpPr/>
              <p:nvPr/>
            </p:nvSpPr>
            <p:spPr>
              <a:xfrm>
                <a:off x="3922800" y="461975"/>
                <a:ext cx="631925" cy="34850"/>
              </a:xfrm>
              <a:custGeom>
                <a:avLst/>
                <a:gdLst/>
                <a:ahLst/>
                <a:cxnLst/>
                <a:rect l="l" t="t" r="r" b="b"/>
                <a:pathLst>
                  <a:path w="25277" h="1394" extrusionOk="0">
                    <a:moveTo>
                      <a:pt x="25265" y="1"/>
                    </a:moveTo>
                    <a:lnTo>
                      <a:pt x="0" y="981"/>
                    </a:lnTo>
                    <a:lnTo>
                      <a:pt x="23" y="1393"/>
                    </a:lnTo>
                    <a:lnTo>
                      <a:pt x="25276" y="413"/>
                    </a:lnTo>
                    <a:lnTo>
                      <a:pt x="252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1" name="Google Shape;14231;p71"/>
              <p:cNvSpPr/>
              <p:nvPr/>
            </p:nvSpPr>
            <p:spPr>
              <a:xfrm>
                <a:off x="3944275" y="434375"/>
                <a:ext cx="59037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615" h="1328" extrusionOk="0">
                    <a:moveTo>
                      <a:pt x="23593" y="1"/>
                    </a:moveTo>
                    <a:lnTo>
                      <a:pt x="0" y="915"/>
                    </a:lnTo>
                    <a:lnTo>
                      <a:pt x="22" y="1328"/>
                    </a:lnTo>
                    <a:lnTo>
                      <a:pt x="23615" y="414"/>
                    </a:lnTo>
                    <a:lnTo>
                      <a:pt x="2359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2" name="Google Shape;14232;p71"/>
              <p:cNvSpPr/>
              <p:nvPr/>
            </p:nvSpPr>
            <p:spPr>
              <a:xfrm>
                <a:off x="4279975" y="687375"/>
                <a:ext cx="264450" cy="20625"/>
              </a:xfrm>
              <a:custGeom>
                <a:avLst/>
                <a:gdLst/>
                <a:ahLst/>
                <a:cxnLst/>
                <a:rect l="l" t="t" r="r" b="b"/>
                <a:pathLst>
                  <a:path w="10578" h="825" extrusionOk="0">
                    <a:moveTo>
                      <a:pt x="10555" y="0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577" y="413"/>
                    </a:lnTo>
                    <a:lnTo>
                      <a:pt x="105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3" name="Google Shape;14233;p71"/>
              <p:cNvSpPr/>
              <p:nvPr/>
            </p:nvSpPr>
            <p:spPr>
              <a:xfrm>
                <a:off x="4249075" y="7102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36" y="0"/>
                    </a:moveTo>
                    <a:lnTo>
                      <a:pt x="0" y="457"/>
                    </a:lnTo>
                    <a:lnTo>
                      <a:pt x="22" y="869"/>
                    </a:lnTo>
                    <a:lnTo>
                      <a:pt x="11846" y="413"/>
                    </a:lnTo>
                    <a:lnTo>
                      <a:pt x="118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4" name="Google Shape;14234;p71"/>
              <p:cNvSpPr/>
              <p:nvPr/>
            </p:nvSpPr>
            <p:spPr>
              <a:xfrm>
                <a:off x="4250175" y="73280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1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5" name="Google Shape;14235;p71"/>
              <p:cNvSpPr/>
              <p:nvPr/>
            </p:nvSpPr>
            <p:spPr>
              <a:xfrm>
                <a:off x="4251000" y="755650"/>
                <a:ext cx="29592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37" h="870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12" y="869"/>
                    </a:lnTo>
                    <a:lnTo>
                      <a:pt x="11836" y="412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6" name="Google Shape;14236;p71"/>
              <p:cNvSpPr/>
              <p:nvPr/>
            </p:nvSpPr>
            <p:spPr>
              <a:xfrm>
                <a:off x="4251850" y="778200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1" y="458"/>
                    </a:lnTo>
                    <a:lnTo>
                      <a:pt x="11" y="870"/>
                    </a:lnTo>
                    <a:lnTo>
                      <a:pt x="11847" y="413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7" name="Google Shape;14237;p71"/>
              <p:cNvSpPr/>
              <p:nvPr/>
            </p:nvSpPr>
            <p:spPr>
              <a:xfrm>
                <a:off x="4252675" y="801050"/>
                <a:ext cx="296200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70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12" y="869"/>
                    </a:lnTo>
                    <a:lnTo>
                      <a:pt x="11848" y="413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8" name="Google Shape;14238;p71"/>
              <p:cNvSpPr/>
              <p:nvPr/>
            </p:nvSpPr>
            <p:spPr>
              <a:xfrm>
                <a:off x="4253525" y="823625"/>
                <a:ext cx="2961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870" extrusionOk="0">
                    <a:moveTo>
                      <a:pt x="11824" y="0"/>
                    </a:moveTo>
                    <a:lnTo>
                      <a:pt x="0" y="457"/>
                    </a:lnTo>
                    <a:lnTo>
                      <a:pt x="23" y="870"/>
                    </a:lnTo>
                    <a:lnTo>
                      <a:pt x="11847" y="412"/>
                    </a:lnTo>
                    <a:lnTo>
                      <a:pt x="118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9" name="Google Shape;14239;p71"/>
              <p:cNvSpPr/>
              <p:nvPr/>
            </p:nvSpPr>
            <p:spPr>
              <a:xfrm>
                <a:off x="4254350" y="846175"/>
                <a:ext cx="296200" cy="22050"/>
              </a:xfrm>
              <a:custGeom>
                <a:avLst/>
                <a:gdLst/>
                <a:ahLst/>
                <a:cxnLst/>
                <a:rect l="l" t="t" r="r" b="b"/>
                <a:pathLst>
                  <a:path w="11848" h="882" extrusionOk="0">
                    <a:moveTo>
                      <a:pt x="11836" y="1"/>
                    </a:moveTo>
                    <a:lnTo>
                      <a:pt x="0" y="469"/>
                    </a:lnTo>
                    <a:lnTo>
                      <a:pt x="23" y="881"/>
                    </a:lnTo>
                    <a:lnTo>
                      <a:pt x="11847" y="413"/>
                    </a:lnTo>
                    <a:lnTo>
                      <a:pt x="1183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0" name="Google Shape;14240;p71"/>
              <p:cNvSpPr/>
              <p:nvPr/>
            </p:nvSpPr>
            <p:spPr>
              <a:xfrm>
                <a:off x="4031450" y="1014750"/>
                <a:ext cx="5257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21031" h="1227" extrusionOk="0">
                    <a:moveTo>
                      <a:pt x="21009" y="0"/>
                    </a:moveTo>
                    <a:lnTo>
                      <a:pt x="1" y="814"/>
                    </a:lnTo>
                    <a:lnTo>
                      <a:pt x="23" y="1226"/>
                    </a:lnTo>
                    <a:lnTo>
                      <a:pt x="21031" y="412"/>
                    </a:lnTo>
                    <a:lnTo>
                      <a:pt x="210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1" name="Google Shape;14241;p71"/>
              <p:cNvSpPr/>
              <p:nvPr/>
            </p:nvSpPr>
            <p:spPr>
              <a:xfrm>
                <a:off x="3969350" y="1037600"/>
                <a:ext cx="58870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48" h="1327" extrusionOk="0">
                    <a:moveTo>
                      <a:pt x="23526" y="0"/>
                    </a:moveTo>
                    <a:lnTo>
                      <a:pt x="0" y="914"/>
                    </a:lnTo>
                    <a:lnTo>
                      <a:pt x="11" y="1326"/>
                    </a:lnTo>
                    <a:lnTo>
                      <a:pt x="23548" y="412"/>
                    </a:lnTo>
                    <a:lnTo>
                      <a:pt x="2352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2" name="Google Shape;14242;p71"/>
              <p:cNvSpPr/>
              <p:nvPr/>
            </p:nvSpPr>
            <p:spPr>
              <a:xfrm>
                <a:off x="3970175" y="1060150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7" y="1"/>
                    </a:moveTo>
                    <a:lnTo>
                      <a:pt x="0" y="914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3" name="Google Shape;14243;p71"/>
              <p:cNvSpPr/>
              <p:nvPr/>
            </p:nvSpPr>
            <p:spPr>
              <a:xfrm>
                <a:off x="3971000" y="1082725"/>
                <a:ext cx="588725" cy="33475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39" extrusionOk="0">
                    <a:moveTo>
                      <a:pt x="23538" y="1"/>
                    </a:moveTo>
                    <a:lnTo>
                      <a:pt x="1" y="925"/>
                    </a:lnTo>
                    <a:lnTo>
                      <a:pt x="23" y="1338"/>
                    </a:lnTo>
                    <a:lnTo>
                      <a:pt x="23549" y="42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4" name="Google Shape;14244;p71"/>
              <p:cNvSpPr/>
              <p:nvPr/>
            </p:nvSpPr>
            <p:spPr>
              <a:xfrm>
                <a:off x="3971825" y="1105575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38" y="1"/>
                    </a:moveTo>
                    <a:lnTo>
                      <a:pt x="1" y="914"/>
                    </a:lnTo>
                    <a:lnTo>
                      <a:pt x="23" y="1326"/>
                    </a:lnTo>
                    <a:lnTo>
                      <a:pt x="23550" y="412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5" name="Google Shape;14245;p71"/>
              <p:cNvSpPr/>
              <p:nvPr/>
            </p:nvSpPr>
            <p:spPr>
              <a:xfrm>
                <a:off x="3972675" y="112812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38" y="1"/>
                    </a:moveTo>
                    <a:lnTo>
                      <a:pt x="1" y="915"/>
                    </a:lnTo>
                    <a:lnTo>
                      <a:pt x="23" y="1327"/>
                    </a:lnTo>
                    <a:lnTo>
                      <a:pt x="23549" y="414"/>
                    </a:lnTo>
                    <a:lnTo>
                      <a:pt x="2353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6" name="Google Shape;14246;p71"/>
              <p:cNvSpPr/>
              <p:nvPr/>
            </p:nvSpPr>
            <p:spPr>
              <a:xfrm>
                <a:off x="3973800" y="1150975"/>
                <a:ext cx="588725" cy="33200"/>
              </a:xfrm>
              <a:custGeom>
                <a:avLst/>
                <a:gdLst/>
                <a:ahLst/>
                <a:cxnLst/>
                <a:rect l="l" t="t" r="r" b="b"/>
                <a:pathLst>
                  <a:path w="23549" h="1328" extrusionOk="0">
                    <a:moveTo>
                      <a:pt x="23526" y="1"/>
                    </a:moveTo>
                    <a:lnTo>
                      <a:pt x="0" y="915"/>
                    </a:lnTo>
                    <a:lnTo>
                      <a:pt x="11" y="1327"/>
                    </a:lnTo>
                    <a:lnTo>
                      <a:pt x="23548" y="413"/>
                    </a:lnTo>
                    <a:lnTo>
                      <a:pt x="2352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7" name="Google Shape;14247;p71"/>
              <p:cNvSpPr/>
              <p:nvPr/>
            </p:nvSpPr>
            <p:spPr>
              <a:xfrm>
                <a:off x="3974625" y="1173550"/>
                <a:ext cx="588750" cy="33175"/>
              </a:xfrm>
              <a:custGeom>
                <a:avLst/>
                <a:gdLst/>
                <a:ahLst/>
                <a:cxnLst/>
                <a:rect l="l" t="t" r="r" b="b"/>
                <a:pathLst>
                  <a:path w="23550" h="1327" extrusionOk="0">
                    <a:moveTo>
                      <a:pt x="23527" y="1"/>
                    </a:moveTo>
                    <a:lnTo>
                      <a:pt x="0" y="915"/>
                    </a:lnTo>
                    <a:lnTo>
                      <a:pt x="12" y="1327"/>
                    </a:lnTo>
                    <a:lnTo>
                      <a:pt x="23549" y="413"/>
                    </a:lnTo>
                    <a:lnTo>
                      <a:pt x="23527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8" name="Google Shape;14248;p71"/>
              <p:cNvSpPr/>
              <p:nvPr/>
            </p:nvSpPr>
            <p:spPr>
              <a:xfrm>
                <a:off x="3975475" y="506275"/>
                <a:ext cx="233500" cy="19250"/>
              </a:xfrm>
              <a:custGeom>
                <a:avLst/>
                <a:gdLst/>
                <a:ahLst/>
                <a:cxnLst/>
                <a:rect l="l" t="t" r="r" b="b"/>
                <a:pathLst>
                  <a:path w="9340" h="770" extrusionOk="0">
                    <a:moveTo>
                      <a:pt x="9317" y="0"/>
                    </a:moveTo>
                    <a:lnTo>
                      <a:pt x="0" y="357"/>
                    </a:lnTo>
                    <a:lnTo>
                      <a:pt x="11" y="770"/>
                    </a:lnTo>
                    <a:lnTo>
                      <a:pt x="9339" y="413"/>
                    </a:lnTo>
                    <a:lnTo>
                      <a:pt x="931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9" name="Google Shape;14249;p71"/>
              <p:cNvSpPr/>
              <p:nvPr/>
            </p:nvSpPr>
            <p:spPr>
              <a:xfrm>
                <a:off x="3948425" y="5288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0"/>
                    </a:moveTo>
                    <a:lnTo>
                      <a:pt x="1" y="412"/>
                    </a:lnTo>
                    <a:lnTo>
                      <a:pt x="12" y="825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0" name="Google Shape;14250;p71"/>
              <p:cNvSpPr/>
              <p:nvPr/>
            </p:nvSpPr>
            <p:spPr>
              <a:xfrm>
                <a:off x="3949275" y="551700"/>
                <a:ext cx="26137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4" extrusionOk="0">
                    <a:moveTo>
                      <a:pt x="10432" y="0"/>
                    </a:moveTo>
                    <a:lnTo>
                      <a:pt x="1" y="401"/>
                    </a:lnTo>
                    <a:lnTo>
                      <a:pt x="11" y="813"/>
                    </a:lnTo>
                    <a:lnTo>
                      <a:pt x="10454" y="412"/>
                    </a:lnTo>
                    <a:lnTo>
                      <a:pt x="1043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1" name="Google Shape;14251;p71"/>
              <p:cNvSpPr/>
              <p:nvPr/>
            </p:nvSpPr>
            <p:spPr>
              <a:xfrm>
                <a:off x="3950100" y="574250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4" y="413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2" name="Google Shape;14252;p71"/>
              <p:cNvSpPr/>
              <p:nvPr/>
            </p:nvSpPr>
            <p:spPr>
              <a:xfrm>
                <a:off x="3950950" y="597100"/>
                <a:ext cx="261375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15" extrusionOk="0">
                    <a:moveTo>
                      <a:pt x="10442" y="0"/>
                    </a:moveTo>
                    <a:lnTo>
                      <a:pt x="1" y="402"/>
                    </a:lnTo>
                    <a:lnTo>
                      <a:pt x="23" y="814"/>
                    </a:lnTo>
                    <a:lnTo>
                      <a:pt x="10454" y="413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3" name="Google Shape;14253;p71"/>
              <p:cNvSpPr/>
              <p:nvPr/>
            </p:nvSpPr>
            <p:spPr>
              <a:xfrm>
                <a:off x="3951775" y="6196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43" y="1"/>
                    </a:moveTo>
                    <a:lnTo>
                      <a:pt x="1" y="412"/>
                    </a:lnTo>
                    <a:lnTo>
                      <a:pt x="23" y="825"/>
                    </a:lnTo>
                    <a:lnTo>
                      <a:pt x="10454" y="412"/>
                    </a:lnTo>
                    <a:lnTo>
                      <a:pt x="1044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4" name="Google Shape;14254;p71"/>
              <p:cNvSpPr/>
              <p:nvPr/>
            </p:nvSpPr>
            <p:spPr>
              <a:xfrm>
                <a:off x="3952625" y="642525"/>
                <a:ext cx="261625" cy="20350"/>
              </a:xfrm>
              <a:custGeom>
                <a:avLst/>
                <a:gdLst/>
                <a:ahLst/>
                <a:cxnLst/>
                <a:rect l="l" t="t" r="r" b="b"/>
                <a:pathLst>
                  <a:path w="10465" h="814" extrusionOk="0">
                    <a:moveTo>
                      <a:pt x="10442" y="0"/>
                    </a:moveTo>
                    <a:lnTo>
                      <a:pt x="0" y="402"/>
                    </a:lnTo>
                    <a:lnTo>
                      <a:pt x="23" y="813"/>
                    </a:lnTo>
                    <a:lnTo>
                      <a:pt x="10465" y="412"/>
                    </a:lnTo>
                    <a:lnTo>
                      <a:pt x="1044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5" name="Google Shape;14255;p71"/>
              <p:cNvSpPr/>
              <p:nvPr/>
            </p:nvSpPr>
            <p:spPr>
              <a:xfrm>
                <a:off x="3953725" y="665075"/>
                <a:ext cx="261375" cy="20650"/>
              </a:xfrm>
              <a:custGeom>
                <a:avLst/>
                <a:gdLst/>
                <a:ahLst/>
                <a:cxnLst/>
                <a:rect l="l" t="t" r="r" b="b"/>
                <a:pathLst>
                  <a:path w="10455" h="826" extrusionOk="0">
                    <a:moveTo>
                      <a:pt x="10432" y="1"/>
                    </a:moveTo>
                    <a:lnTo>
                      <a:pt x="1" y="413"/>
                    </a:lnTo>
                    <a:lnTo>
                      <a:pt x="12" y="825"/>
                    </a:lnTo>
                    <a:lnTo>
                      <a:pt x="10455" y="413"/>
                    </a:lnTo>
                    <a:lnTo>
                      <a:pt x="104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6" name="Google Shape;14256;p71"/>
              <p:cNvSpPr/>
              <p:nvPr/>
            </p:nvSpPr>
            <p:spPr>
              <a:xfrm>
                <a:off x="4240700" y="490400"/>
                <a:ext cx="300925" cy="149625"/>
              </a:xfrm>
              <a:custGeom>
                <a:avLst/>
                <a:gdLst/>
                <a:ahLst/>
                <a:cxnLst/>
                <a:rect l="l" t="t" r="r" b="b"/>
                <a:pathLst>
                  <a:path w="12037" h="5985" extrusionOk="0">
                    <a:moveTo>
                      <a:pt x="11825" y="0"/>
                    </a:moveTo>
                    <a:lnTo>
                      <a:pt x="1" y="457"/>
                    </a:lnTo>
                    <a:lnTo>
                      <a:pt x="212" y="5985"/>
                    </a:lnTo>
                    <a:lnTo>
                      <a:pt x="12037" y="5528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7" name="Google Shape;14257;p71"/>
              <p:cNvSpPr/>
              <p:nvPr/>
            </p:nvSpPr>
            <p:spPr>
              <a:xfrm>
                <a:off x="4246825" y="647250"/>
                <a:ext cx="2964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859" h="1283" extrusionOk="0">
                    <a:moveTo>
                      <a:pt x="11825" y="0"/>
                    </a:moveTo>
                    <a:lnTo>
                      <a:pt x="1" y="458"/>
                    </a:lnTo>
                    <a:lnTo>
                      <a:pt x="23" y="1282"/>
                    </a:lnTo>
                    <a:lnTo>
                      <a:pt x="11859" y="825"/>
                    </a:lnTo>
                    <a:lnTo>
                      <a:pt x="11825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8" name="Google Shape;14258;p71"/>
              <p:cNvSpPr/>
              <p:nvPr/>
            </p:nvSpPr>
            <p:spPr>
              <a:xfrm>
                <a:off x="3954000" y="698500"/>
                <a:ext cx="273925" cy="319625"/>
              </a:xfrm>
              <a:custGeom>
                <a:avLst/>
                <a:gdLst/>
                <a:ahLst/>
                <a:cxnLst/>
                <a:rect l="l" t="t" r="r" b="b"/>
                <a:pathLst>
                  <a:path w="10957" h="12785" extrusionOk="0">
                    <a:moveTo>
                      <a:pt x="10476" y="1"/>
                    </a:moveTo>
                    <a:lnTo>
                      <a:pt x="1" y="402"/>
                    </a:lnTo>
                    <a:lnTo>
                      <a:pt x="480" y="12784"/>
                    </a:lnTo>
                    <a:lnTo>
                      <a:pt x="10956" y="12383"/>
                    </a:lnTo>
                    <a:lnTo>
                      <a:pt x="1047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9" name="Google Shape;14259;p71"/>
              <p:cNvSpPr/>
              <p:nvPr/>
            </p:nvSpPr>
            <p:spPr>
              <a:xfrm>
                <a:off x="4257425" y="875450"/>
                <a:ext cx="298400" cy="131225"/>
              </a:xfrm>
              <a:custGeom>
                <a:avLst/>
                <a:gdLst/>
                <a:ahLst/>
                <a:cxnLst/>
                <a:rect l="l" t="t" r="r" b="b"/>
                <a:pathLst>
                  <a:path w="11936" h="5249" extrusionOk="0">
                    <a:moveTo>
                      <a:pt x="11757" y="0"/>
                    </a:moveTo>
                    <a:lnTo>
                      <a:pt x="0" y="457"/>
                    </a:lnTo>
                    <a:lnTo>
                      <a:pt x="179" y="5249"/>
                    </a:lnTo>
                    <a:lnTo>
                      <a:pt x="11936" y="4792"/>
                    </a:lnTo>
                    <a:lnTo>
                      <a:pt x="117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60" name="Google Shape;14260;p71"/>
          <p:cNvGrpSpPr/>
          <p:nvPr/>
        </p:nvGrpSpPr>
        <p:grpSpPr>
          <a:xfrm>
            <a:off x="1477287" y="1347236"/>
            <a:ext cx="2543076" cy="2190667"/>
            <a:chOff x="4235025" y="1618350"/>
            <a:chExt cx="1640800" cy="1413425"/>
          </a:xfrm>
        </p:grpSpPr>
        <p:sp>
          <p:nvSpPr>
            <p:cNvPr id="14261" name="Google Shape;14261;p71"/>
            <p:cNvSpPr/>
            <p:nvPr/>
          </p:nvSpPr>
          <p:spPr>
            <a:xfrm>
              <a:off x="4468500" y="2684600"/>
              <a:ext cx="227950" cy="347175"/>
            </a:xfrm>
            <a:custGeom>
              <a:avLst/>
              <a:gdLst/>
              <a:ahLst/>
              <a:cxnLst/>
              <a:rect l="l" t="t" r="r" b="b"/>
              <a:pathLst>
                <a:path w="9118" h="13887" extrusionOk="0">
                  <a:moveTo>
                    <a:pt x="2085" y="0"/>
                  </a:moveTo>
                  <a:lnTo>
                    <a:pt x="1" y="1149"/>
                  </a:lnTo>
                  <a:lnTo>
                    <a:pt x="1115" y="5584"/>
                  </a:lnTo>
                  <a:lnTo>
                    <a:pt x="4258" y="12137"/>
                  </a:lnTo>
                  <a:lnTo>
                    <a:pt x="4047" y="13887"/>
                  </a:lnTo>
                  <a:lnTo>
                    <a:pt x="4047" y="13887"/>
                  </a:lnTo>
                  <a:lnTo>
                    <a:pt x="5094" y="13864"/>
                  </a:lnTo>
                  <a:lnTo>
                    <a:pt x="9117" y="10343"/>
                  </a:lnTo>
                  <a:lnTo>
                    <a:pt x="4592" y="4235"/>
                  </a:lnTo>
                  <a:lnTo>
                    <a:pt x="3935" y="57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2" name="Google Shape;14262;p71"/>
            <p:cNvSpPr/>
            <p:nvPr/>
          </p:nvSpPr>
          <p:spPr>
            <a:xfrm>
              <a:off x="4442325" y="2685150"/>
              <a:ext cx="228225" cy="346625"/>
            </a:xfrm>
            <a:custGeom>
              <a:avLst/>
              <a:gdLst/>
              <a:ahLst/>
              <a:cxnLst/>
              <a:rect l="l" t="t" r="r" b="b"/>
              <a:pathLst>
                <a:path w="9129" h="13865" extrusionOk="0">
                  <a:moveTo>
                    <a:pt x="2085" y="1"/>
                  </a:moveTo>
                  <a:lnTo>
                    <a:pt x="0" y="1160"/>
                  </a:lnTo>
                  <a:lnTo>
                    <a:pt x="1115" y="5585"/>
                  </a:lnTo>
                  <a:lnTo>
                    <a:pt x="5094" y="13865"/>
                  </a:lnTo>
                  <a:lnTo>
                    <a:pt x="9128" y="10354"/>
                  </a:lnTo>
                  <a:lnTo>
                    <a:pt x="4592" y="4247"/>
                  </a:lnTo>
                  <a:lnTo>
                    <a:pt x="3935" y="57"/>
                  </a:lnTo>
                  <a:lnTo>
                    <a:pt x="20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3" name="Google Shape;14263;p71"/>
            <p:cNvSpPr/>
            <p:nvPr/>
          </p:nvSpPr>
          <p:spPr>
            <a:xfrm>
              <a:off x="4424500" y="2280900"/>
              <a:ext cx="852575" cy="433550"/>
            </a:xfrm>
            <a:custGeom>
              <a:avLst/>
              <a:gdLst/>
              <a:ahLst/>
              <a:cxnLst/>
              <a:rect l="l" t="t" r="r" b="b"/>
              <a:pathLst>
                <a:path w="34103" h="17342" extrusionOk="0">
                  <a:moveTo>
                    <a:pt x="28731" y="0"/>
                  </a:moveTo>
                  <a:lnTo>
                    <a:pt x="4480" y="7523"/>
                  </a:lnTo>
                  <a:lnTo>
                    <a:pt x="0" y="8916"/>
                  </a:lnTo>
                  <a:cubicBezTo>
                    <a:pt x="1171" y="12683"/>
                    <a:pt x="3511" y="15569"/>
                    <a:pt x="5639" y="16182"/>
                  </a:cubicBezTo>
                  <a:cubicBezTo>
                    <a:pt x="8294" y="15581"/>
                    <a:pt x="11975" y="15039"/>
                    <a:pt x="16612" y="15039"/>
                  </a:cubicBezTo>
                  <a:cubicBezTo>
                    <a:pt x="21434" y="15039"/>
                    <a:pt x="27290" y="15626"/>
                    <a:pt x="34102" y="17341"/>
                  </a:cubicBezTo>
                  <a:lnTo>
                    <a:pt x="287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4" name="Google Shape;14264;p71"/>
            <p:cNvSpPr/>
            <p:nvPr/>
          </p:nvSpPr>
          <p:spPr>
            <a:xfrm>
              <a:off x="4269575" y="2503800"/>
              <a:ext cx="295925" cy="223750"/>
            </a:xfrm>
            <a:custGeom>
              <a:avLst/>
              <a:gdLst/>
              <a:ahLst/>
              <a:cxnLst/>
              <a:rect l="l" t="t" r="r" b="b"/>
              <a:pathLst>
                <a:path w="11837" h="8950" extrusionOk="0">
                  <a:moveTo>
                    <a:pt x="6197" y="0"/>
                  </a:moveTo>
                  <a:lnTo>
                    <a:pt x="4258" y="602"/>
                  </a:lnTo>
                  <a:lnTo>
                    <a:pt x="1" y="1917"/>
                  </a:lnTo>
                  <a:cubicBezTo>
                    <a:pt x="1262" y="5962"/>
                    <a:pt x="3939" y="8949"/>
                    <a:pt x="6146" y="8949"/>
                  </a:cubicBezTo>
                  <a:cubicBezTo>
                    <a:pt x="6377" y="8949"/>
                    <a:pt x="6603" y="8916"/>
                    <a:pt x="6821" y="8849"/>
                  </a:cubicBezTo>
                  <a:cubicBezTo>
                    <a:pt x="6977" y="8793"/>
                    <a:pt x="7145" y="8726"/>
                    <a:pt x="7311" y="8637"/>
                  </a:cubicBezTo>
                  <a:cubicBezTo>
                    <a:pt x="8036" y="8336"/>
                    <a:pt x="9563" y="7779"/>
                    <a:pt x="11836" y="7266"/>
                  </a:cubicBezTo>
                  <a:cubicBezTo>
                    <a:pt x="9708" y="6653"/>
                    <a:pt x="7368" y="3767"/>
                    <a:pt x="61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5" name="Google Shape;14265;p71"/>
            <p:cNvSpPr/>
            <p:nvPr/>
          </p:nvSpPr>
          <p:spPr>
            <a:xfrm>
              <a:off x="4235025" y="2274225"/>
              <a:ext cx="203150" cy="277500"/>
            </a:xfrm>
            <a:custGeom>
              <a:avLst/>
              <a:gdLst/>
              <a:ahLst/>
              <a:cxnLst/>
              <a:rect l="l" t="t" r="r" b="b"/>
              <a:pathLst>
                <a:path w="8126" h="11100" extrusionOk="0">
                  <a:moveTo>
                    <a:pt x="8126" y="0"/>
                  </a:moveTo>
                  <a:lnTo>
                    <a:pt x="8126" y="0"/>
                  </a:lnTo>
                  <a:cubicBezTo>
                    <a:pt x="5952" y="869"/>
                    <a:pt x="4369" y="1270"/>
                    <a:pt x="3612" y="1437"/>
                  </a:cubicBezTo>
                  <a:cubicBezTo>
                    <a:pt x="3423" y="1459"/>
                    <a:pt x="3244" y="1493"/>
                    <a:pt x="3088" y="1538"/>
                  </a:cubicBezTo>
                  <a:cubicBezTo>
                    <a:pt x="781" y="2262"/>
                    <a:pt x="1" y="6642"/>
                    <a:pt x="1383" y="11100"/>
                  </a:cubicBezTo>
                  <a:lnTo>
                    <a:pt x="5640" y="9785"/>
                  </a:lnTo>
                  <a:lnTo>
                    <a:pt x="7579" y="9183"/>
                  </a:lnTo>
                  <a:cubicBezTo>
                    <a:pt x="6420" y="5416"/>
                    <a:pt x="6710" y="1716"/>
                    <a:pt x="81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6" name="Google Shape;14266;p71"/>
            <p:cNvSpPr/>
            <p:nvPr/>
          </p:nvSpPr>
          <p:spPr>
            <a:xfrm>
              <a:off x="4395525" y="1847650"/>
              <a:ext cx="747250" cy="656175"/>
            </a:xfrm>
            <a:custGeom>
              <a:avLst/>
              <a:gdLst/>
              <a:ahLst/>
              <a:cxnLst/>
              <a:rect l="l" t="t" r="r" b="b"/>
              <a:pathLst>
                <a:path w="29890" h="26247" extrusionOk="0">
                  <a:moveTo>
                    <a:pt x="24507" y="0"/>
                  </a:moveTo>
                  <a:cubicBezTo>
                    <a:pt x="15391" y="10332"/>
                    <a:pt x="6854" y="15012"/>
                    <a:pt x="1706" y="17063"/>
                  </a:cubicBezTo>
                  <a:cubicBezTo>
                    <a:pt x="290" y="18779"/>
                    <a:pt x="0" y="22479"/>
                    <a:pt x="1159" y="26246"/>
                  </a:cubicBezTo>
                  <a:lnTo>
                    <a:pt x="5639" y="24853"/>
                  </a:lnTo>
                  <a:lnTo>
                    <a:pt x="29890" y="17330"/>
                  </a:lnTo>
                  <a:lnTo>
                    <a:pt x="245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7" name="Google Shape;14267;p71"/>
            <p:cNvSpPr/>
            <p:nvPr/>
          </p:nvSpPr>
          <p:spPr>
            <a:xfrm>
              <a:off x="4829600" y="1841275"/>
              <a:ext cx="626075" cy="879475"/>
            </a:xfrm>
            <a:custGeom>
              <a:avLst/>
              <a:gdLst/>
              <a:ahLst/>
              <a:cxnLst/>
              <a:rect l="l" t="t" r="r" b="b"/>
              <a:pathLst>
                <a:path w="25043" h="35179" extrusionOk="0">
                  <a:moveTo>
                    <a:pt x="8846" y="1"/>
                  </a:moveTo>
                  <a:cubicBezTo>
                    <a:pt x="8267" y="1"/>
                    <a:pt x="7698" y="84"/>
                    <a:pt x="7144" y="255"/>
                  </a:cubicBezTo>
                  <a:cubicBezTo>
                    <a:pt x="1872" y="1894"/>
                    <a:pt x="0" y="10976"/>
                    <a:pt x="2976" y="20550"/>
                  </a:cubicBezTo>
                  <a:cubicBezTo>
                    <a:pt x="5641" y="29124"/>
                    <a:pt x="11275" y="35178"/>
                    <a:pt x="16209" y="35178"/>
                  </a:cubicBezTo>
                  <a:cubicBezTo>
                    <a:pt x="16784" y="35178"/>
                    <a:pt x="17349" y="35096"/>
                    <a:pt x="17898" y="34926"/>
                  </a:cubicBezTo>
                  <a:cubicBezTo>
                    <a:pt x="23181" y="33288"/>
                    <a:pt x="25042" y="24194"/>
                    <a:pt x="22078" y="14621"/>
                  </a:cubicBezTo>
                  <a:cubicBezTo>
                    <a:pt x="19414" y="6051"/>
                    <a:pt x="13786" y="1"/>
                    <a:pt x="8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8" name="Google Shape;14268;p71"/>
            <p:cNvSpPr/>
            <p:nvPr/>
          </p:nvSpPr>
          <p:spPr>
            <a:xfrm>
              <a:off x="4867225" y="1873625"/>
              <a:ext cx="551100" cy="814850"/>
            </a:xfrm>
            <a:custGeom>
              <a:avLst/>
              <a:gdLst/>
              <a:ahLst/>
              <a:cxnLst/>
              <a:rect l="l" t="t" r="r" b="b"/>
              <a:pathLst>
                <a:path w="22044" h="32594" extrusionOk="0">
                  <a:moveTo>
                    <a:pt x="7357" y="0"/>
                  </a:moveTo>
                  <a:cubicBezTo>
                    <a:pt x="6902" y="0"/>
                    <a:pt x="6458" y="65"/>
                    <a:pt x="6029" y="199"/>
                  </a:cubicBezTo>
                  <a:cubicBezTo>
                    <a:pt x="1516" y="1591"/>
                    <a:pt x="0" y="10150"/>
                    <a:pt x="2708" y="18877"/>
                  </a:cubicBezTo>
                  <a:cubicBezTo>
                    <a:pt x="5158" y="26770"/>
                    <a:pt x="10380" y="32594"/>
                    <a:pt x="14686" y="32594"/>
                  </a:cubicBezTo>
                  <a:cubicBezTo>
                    <a:pt x="15141" y="32594"/>
                    <a:pt x="15585" y="32529"/>
                    <a:pt x="16014" y="32395"/>
                  </a:cubicBezTo>
                  <a:cubicBezTo>
                    <a:pt x="20528" y="31002"/>
                    <a:pt x="22044" y="22443"/>
                    <a:pt x="19335" y="13717"/>
                  </a:cubicBezTo>
                  <a:cubicBezTo>
                    <a:pt x="16886" y="5823"/>
                    <a:pt x="11664" y="0"/>
                    <a:pt x="735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9" name="Google Shape;14269;p71"/>
            <p:cNvSpPr/>
            <p:nvPr/>
          </p:nvSpPr>
          <p:spPr>
            <a:xfrm>
              <a:off x="4867225" y="1873625"/>
              <a:ext cx="551100" cy="814850"/>
            </a:xfrm>
            <a:custGeom>
              <a:avLst/>
              <a:gdLst/>
              <a:ahLst/>
              <a:cxnLst/>
              <a:rect l="l" t="t" r="r" b="b"/>
              <a:pathLst>
                <a:path w="22044" h="32594" extrusionOk="0">
                  <a:moveTo>
                    <a:pt x="7357" y="0"/>
                  </a:moveTo>
                  <a:cubicBezTo>
                    <a:pt x="6902" y="0"/>
                    <a:pt x="6458" y="65"/>
                    <a:pt x="6029" y="199"/>
                  </a:cubicBezTo>
                  <a:cubicBezTo>
                    <a:pt x="1516" y="1591"/>
                    <a:pt x="0" y="10150"/>
                    <a:pt x="2708" y="18877"/>
                  </a:cubicBezTo>
                  <a:cubicBezTo>
                    <a:pt x="5158" y="26770"/>
                    <a:pt x="10380" y="32594"/>
                    <a:pt x="14686" y="32594"/>
                  </a:cubicBezTo>
                  <a:cubicBezTo>
                    <a:pt x="15141" y="32594"/>
                    <a:pt x="15585" y="32529"/>
                    <a:pt x="16014" y="32395"/>
                  </a:cubicBezTo>
                  <a:cubicBezTo>
                    <a:pt x="20528" y="31002"/>
                    <a:pt x="22044" y="22443"/>
                    <a:pt x="19335" y="13717"/>
                  </a:cubicBezTo>
                  <a:cubicBezTo>
                    <a:pt x="16886" y="5823"/>
                    <a:pt x="11664" y="0"/>
                    <a:pt x="7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0" name="Google Shape;14270;p71"/>
            <p:cNvSpPr/>
            <p:nvPr/>
          </p:nvSpPr>
          <p:spPr>
            <a:xfrm>
              <a:off x="4896450" y="2021625"/>
              <a:ext cx="349150" cy="575775"/>
            </a:xfrm>
            <a:custGeom>
              <a:avLst/>
              <a:gdLst/>
              <a:ahLst/>
              <a:cxnLst/>
              <a:rect l="l" t="t" r="r" b="b"/>
              <a:pathLst>
                <a:path w="13966" h="23031" extrusionOk="0">
                  <a:moveTo>
                    <a:pt x="3590" y="0"/>
                  </a:moveTo>
                  <a:cubicBezTo>
                    <a:pt x="3270" y="0"/>
                    <a:pt x="2956" y="46"/>
                    <a:pt x="2653" y="141"/>
                  </a:cubicBezTo>
                  <a:cubicBezTo>
                    <a:pt x="1639" y="453"/>
                    <a:pt x="837" y="1278"/>
                    <a:pt x="280" y="2459"/>
                  </a:cubicBezTo>
                  <a:cubicBezTo>
                    <a:pt x="1" y="5568"/>
                    <a:pt x="380" y="9245"/>
                    <a:pt x="1539" y="12957"/>
                  </a:cubicBezTo>
                  <a:cubicBezTo>
                    <a:pt x="2687" y="16668"/>
                    <a:pt x="4448" y="19911"/>
                    <a:pt x="6442" y="22318"/>
                  </a:cubicBezTo>
                  <a:cubicBezTo>
                    <a:pt x="7229" y="22778"/>
                    <a:pt x="8016" y="23031"/>
                    <a:pt x="8765" y="23031"/>
                  </a:cubicBezTo>
                  <a:cubicBezTo>
                    <a:pt x="9087" y="23031"/>
                    <a:pt x="9403" y="22984"/>
                    <a:pt x="9708" y="22886"/>
                  </a:cubicBezTo>
                  <a:cubicBezTo>
                    <a:pt x="12895" y="21906"/>
                    <a:pt x="13965" y="15855"/>
                    <a:pt x="12059" y="9691"/>
                  </a:cubicBezTo>
                  <a:cubicBezTo>
                    <a:pt x="10325" y="4117"/>
                    <a:pt x="6631" y="0"/>
                    <a:pt x="359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1" name="Google Shape;14271;p71"/>
            <p:cNvSpPr/>
            <p:nvPr/>
          </p:nvSpPr>
          <p:spPr>
            <a:xfrm>
              <a:off x="4914025" y="2245950"/>
              <a:ext cx="202000" cy="180125"/>
            </a:xfrm>
            <a:custGeom>
              <a:avLst/>
              <a:gdLst/>
              <a:ahLst/>
              <a:cxnLst/>
              <a:rect l="l" t="t" r="r" b="b"/>
              <a:pathLst>
                <a:path w="8080" h="7205" extrusionOk="0">
                  <a:moveTo>
                    <a:pt x="6109" y="1"/>
                  </a:moveTo>
                  <a:cubicBezTo>
                    <a:pt x="6048" y="1"/>
                    <a:pt x="5988" y="9"/>
                    <a:pt x="5929" y="27"/>
                  </a:cubicBezTo>
                  <a:cubicBezTo>
                    <a:pt x="5895" y="39"/>
                    <a:pt x="5851" y="61"/>
                    <a:pt x="5806" y="83"/>
                  </a:cubicBezTo>
                  <a:cubicBezTo>
                    <a:pt x="5617" y="161"/>
                    <a:pt x="5216" y="306"/>
                    <a:pt x="4614" y="440"/>
                  </a:cubicBezTo>
                  <a:cubicBezTo>
                    <a:pt x="3918" y="602"/>
                    <a:pt x="2957" y="743"/>
                    <a:pt x="1745" y="743"/>
                  </a:cubicBezTo>
                  <a:cubicBezTo>
                    <a:pt x="1212" y="743"/>
                    <a:pt x="630" y="716"/>
                    <a:pt x="0" y="651"/>
                  </a:cubicBezTo>
                  <a:lnTo>
                    <a:pt x="0" y="651"/>
                  </a:lnTo>
                  <a:cubicBezTo>
                    <a:pt x="212" y="1744"/>
                    <a:pt x="479" y="2858"/>
                    <a:pt x="836" y="3984"/>
                  </a:cubicBezTo>
                  <a:cubicBezTo>
                    <a:pt x="1182" y="5098"/>
                    <a:pt x="1583" y="6179"/>
                    <a:pt x="2029" y="7204"/>
                  </a:cubicBezTo>
                  <a:cubicBezTo>
                    <a:pt x="3611" y="5856"/>
                    <a:pt x="5004" y="5131"/>
                    <a:pt x="5952" y="4753"/>
                  </a:cubicBezTo>
                  <a:cubicBezTo>
                    <a:pt x="6519" y="4530"/>
                    <a:pt x="6932" y="4418"/>
                    <a:pt x="7133" y="4374"/>
                  </a:cubicBezTo>
                  <a:cubicBezTo>
                    <a:pt x="7188" y="4374"/>
                    <a:pt x="7233" y="4363"/>
                    <a:pt x="7277" y="4351"/>
                  </a:cubicBezTo>
                  <a:cubicBezTo>
                    <a:pt x="7879" y="4162"/>
                    <a:pt x="8080" y="3014"/>
                    <a:pt x="7723" y="1844"/>
                  </a:cubicBezTo>
                  <a:cubicBezTo>
                    <a:pt x="7391" y="785"/>
                    <a:pt x="6693" y="1"/>
                    <a:pt x="61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2" name="Google Shape;14272;p71"/>
            <p:cNvSpPr/>
            <p:nvPr/>
          </p:nvSpPr>
          <p:spPr>
            <a:xfrm>
              <a:off x="5052475" y="2245600"/>
              <a:ext cx="63850" cy="107125"/>
            </a:xfrm>
            <a:custGeom>
              <a:avLst/>
              <a:gdLst/>
              <a:ahLst/>
              <a:cxnLst/>
              <a:rect l="l" t="t" r="r" b="b"/>
              <a:pathLst>
                <a:path w="2554" h="4285" extrusionOk="0">
                  <a:moveTo>
                    <a:pt x="741" y="0"/>
                  </a:moveTo>
                  <a:cubicBezTo>
                    <a:pt x="697" y="0"/>
                    <a:pt x="655" y="6"/>
                    <a:pt x="614" y="19"/>
                  </a:cubicBezTo>
                  <a:cubicBezTo>
                    <a:pt x="112" y="175"/>
                    <a:pt x="1" y="1256"/>
                    <a:pt x="357" y="2426"/>
                  </a:cubicBezTo>
                  <a:cubicBezTo>
                    <a:pt x="695" y="3501"/>
                    <a:pt x="1315" y="4284"/>
                    <a:pt x="1802" y="4284"/>
                  </a:cubicBezTo>
                  <a:cubicBezTo>
                    <a:pt x="1846" y="4284"/>
                    <a:pt x="1888" y="4278"/>
                    <a:pt x="1929" y="4265"/>
                  </a:cubicBezTo>
                  <a:cubicBezTo>
                    <a:pt x="2430" y="4109"/>
                    <a:pt x="2553" y="3040"/>
                    <a:pt x="2185" y="1858"/>
                  </a:cubicBezTo>
                  <a:cubicBezTo>
                    <a:pt x="1848" y="783"/>
                    <a:pt x="1228" y="0"/>
                    <a:pt x="7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3" name="Google Shape;14273;p71"/>
            <p:cNvSpPr/>
            <p:nvPr/>
          </p:nvSpPr>
          <p:spPr>
            <a:xfrm>
              <a:off x="5219650" y="1680200"/>
              <a:ext cx="110650" cy="149375"/>
            </a:xfrm>
            <a:custGeom>
              <a:avLst/>
              <a:gdLst/>
              <a:ahLst/>
              <a:cxnLst/>
              <a:rect l="l" t="t" r="r" b="b"/>
              <a:pathLst>
                <a:path w="4426" h="5975" extrusionOk="0">
                  <a:moveTo>
                    <a:pt x="4425" y="1"/>
                  </a:moveTo>
                  <a:lnTo>
                    <a:pt x="748" y="3010"/>
                  </a:lnTo>
                  <a:lnTo>
                    <a:pt x="2330" y="3266"/>
                  </a:lnTo>
                  <a:lnTo>
                    <a:pt x="0" y="5974"/>
                  </a:lnTo>
                  <a:lnTo>
                    <a:pt x="4024" y="2820"/>
                  </a:lnTo>
                  <a:lnTo>
                    <a:pt x="2196" y="2508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4" name="Google Shape;14274;p71"/>
            <p:cNvSpPr/>
            <p:nvPr/>
          </p:nvSpPr>
          <p:spPr>
            <a:xfrm>
              <a:off x="5428350" y="2674850"/>
              <a:ext cx="171650" cy="78875"/>
            </a:xfrm>
            <a:custGeom>
              <a:avLst/>
              <a:gdLst/>
              <a:ahLst/>
              <a:cxnLst/>
              <a:rect l="l" t="t" r="r" b="b"/>
              <a:pathLst>
                <a:path w="6866" h="3155" extrusionOk="0">
                  <a:moveTo>
                    <a:pt x="0" y="1"/>
                  </a:moveTo>
                  <a:lnTo>
                    <a:pt x="4034" y="3154"/>
                  </a:lnTo>
                  <a:lnTo>
                    <a:pt x="3901" y="1304"/>
                  </a:lnTo>
                  <a:lnTo>
                    <a:pt x="6865" y="2865"/>
                  </a:lnTo>
                  <a:lnTo>
                    <a:pt x="6865" y="2865"/>
                  </a:lnTo>
                  <a:lnTo>
                    <a:pt x="3054" y="12"/>
                  </a:lnTo>
                  <a:lnTo>
                    <a:pt x="3187" y="16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5" name="Google Shape;14275;p71"/>
            <p:cNvSpPr/>
            <p:nvPr/>
          </p:nvSpPr>
          <p:spPr>
            <a:xfrm>
              <a:off x="5416350" y="1618350"/>
              <a:ext cx="253850" cy="273075"/>
            </a:xfrm>
            <a:custGeom>
              <a:avLst/>
              <a:gdLst/>
              <a:ahLst/>
              <a:cxnLst/>
              <a:rect l="l" t="t" r="r" b="b"/>
              <a:pathLst>
                <a:path w="10154" h="10923" extrusionOk="0">
                  <a:moveTo>
                    <a:pt x="10153" y="1"/>
                  </a:moveTo>
                  <a:lnTo>
                    <a:pt x="2140" y="5183"/>
                  </a:lnTo>
                  <a:lnTo>
                    <a:pt x="5238" y="6052"/>
                  </a:lnTo>
                  <a:lnTo>
                    <a:pt x="0" y="10922"/>
                  </a:lnTo>
                  <a:lnTo>
                    <a:pt x="0" y="10922"/>
                  </a:lnTo>
                  <a:lnTo>
                    <a:pt x="8727" y="5539"/>
                  </a:lnTo>
                  <a:lnTo>
                    <a:pt x="5161" y="4503"/>
                  </a:lnTo>
                  <a:lnTo>
                    <a:pt x="10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6" name="Google Shape;14276;p71"/>
            <p:cNvSpPr/>
            <p:nvPr/>
          </p:nvSpPr>
          <p:spPr>
            <a:xfrm>
              <a:off x="5514150" y="2541125"/>
              <a:ext cx="361675" cy="147950"/>
            </a:xfrm>
            <a:custGeom>
              <a:avLst/>
              <a:gdLst/>
              <a:ahLst/>
              <a:cxnLst/>
              <a:rect l="l" t="t" r="r" b="b"/>
              <a:pathLst>
                <a:path w="14467" h="5918" extrusionOk="0">
                  <a:moveTo>
                    <a:pt x="6052" y="0"/>
                  </a:moveTo>
                  <a:lnTo>
                    <a:pt x="6799" y="3121"/>
                  </a:lnTo>
                  <a:lnTo>
                    <a:pt x="1" y="914"/>
                  </a:lnTo>
                  <a:lnTo>
                    <a:pt x="8938" y="5918"/>
                  </a:lnTo>
                  <a:lnTo>
                    <a:pt x="8938" y="5918"/>
                  </a:lnTo>
                  <a:lnTo>
                    <a:pt x="8114" y="2307"/>
                  </a:lnTo>
                  <a:lnTo>
                    <a:pt x="14466" y="4481"/>
                  </a:lnTo>
                  <a:lnTo>
                    <a:pt x="14466" y="4481"/>
                  </a:lnTo>
                  <a:lnTo>
                    <a:pt x="605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67090778"/>
      </p:ext>
    </p:extLst>
  </p:cSld>
  <p:clrMapOvr>
    <a:masterClrMapping/>
  </p:clrMapOvr>
</p:sld>
</file>

<file path=ppt/theme/theme1.xml><?xml version="1.0" encoding="utf-8"?>
<a:theme xmlns:a="http://schemas.openxmlformats.org/drawingml/2006/main" name="Language Arts Subject for Elementary: Press Review by Slidesgo">
  <a:themeElements>
    <a:clrScheme name="Simple Light">
      <a:dk1>
        <a:srgbClr val="FFFFFF"/>
      </a:dk1>
      <a:lt1>
        <a:srgbClr val="173A65"/>
      </a:lt1>
      <a:dk2>
        <a:srgbClr val="F29693"/>
      </a:dk2>
      <a:lt2>
        <a:srgbClr val="DE7368"/>
      </a:lt2>
      <a:accent1>
        <a:srgbClr val="F9C66C"/>
      </a:accent1>
      <a:accent2>
        <a:srgbClr val="EAA72E"/>
      </a:accent2>
      <a:accent3>
        <a:srgbClr val="3C78D8"/>
      </a:accent3>
      <a:accent4>
        <a:srgbClr val="5DB5AF"/>
      </a:accent4>
      <a:accent5>
        <a:srgbClr val="EFEFEF"/>
      </a:accent5>
      <a:accent6>
        <a:srgbClr val="BABABA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622</Words>
  <Application>Microsoft Macintosh PowerPoint</Application>
  <PresentationFormat>全屏显示(16:9)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Barlow Medium</vt:lpstr>
      <vt:lpstr>Barlow</vt:lpstr>
      <vt:lpstr>Arial</vt:lpstr>
      <vt:lpstr>Oswald Medium</vt:lpstr>
      <vt:lpstr>Language Arts Subject for Elementary: Press Review by Slidesgo</vt:lpstr>
      <vt:lpstr>Data Science Assignment 2– Group 18 Urban Climate, Economic &amp; Energy Analysis</vt:lpstr>
      <vt:lpstr>The Goal &amp; The Plan </vt:lpstr>
      <vt:lpstr>The Reality: Acquisition &amp; Key Challenges  </vt:lpstr>
      <vt:lpstr>Data Organization &amp; Curation </vt:lpstr>
      <vt:lpstr>Conclusion &amp; Key Takeaways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ARTS1422 Data Visualization: Top Vis Pre The Freedom of Expression</dc:title>
  <cp:lastModifiedBy>Wang, Aoife</cp:lastModifiedBy>
  <cp:revision>14</cp:revision>
  <dcterms:modified xsi:type="dcterms:W3CDTF">2025-10-08T14:23:54Z</dcterms:modified>
</cp:coreProperties>
</file>